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Syncopate"/>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000000"/>
          </p15:clr>
        </p15:guide>
        <p15:guide id="2" pos="2880">
          <p15:clr>
            <a:srgbClr val="000000"/>
          </p15:clr>
        </p15:guide>
      </p15:sldGuideLst>
    </p:ext>
    <p:ext uri="http://customooxmlschemas.google.com/">
      <go:slidesCustomData xmlns:go="http://customooxmlschemas.google.com/" r:id="rId29" roundtripDataSignature="AMtx7mgko0mN0RCsuYiD19CAUgtLOPbOT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Syncopate-bold.fntdata"/><Relationship Id="rId27" Type="http://schemas.openxmlformats.org/officeDocument/2006/relationships/font" Target="fonts/Syncopate-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lstStyle>
            <a:lvl1pPr indent="-228600" lvl="0" marL="457200" marR="0" rtl="0" algn="l">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2: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66" name="Shape 66"/>
        <p:cNvGrpSpPr/>
        <p:nvPr/>
      </p:nvGrpSpPr>
      <p:grpSpPr>
        <a:xfrm>
          <a:off x="0" y="0"/>
          <a:ext cx="0" cy="0"/>
          <a:chOff x="0" y="0"/>
          <a:chExt cx="0" cy="0"/>
        </a:xfrm>
      </p:grpSpPr>
      <p:sp>
        <p:nvSpPr>
          <p:cNvPr id="67" name="Google Shape;67;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 name="Google Shape;68;p3: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1" name="Shape 71"/>
        <p:cNvGrpSpPr/>
        <p:nvPr/>
      </p:nvGrpSpPr>
      <p:grpSpPr>
        <a:xfrm>
          <a:off x="0" y="0"/>
          <a:ext cx="0" cy="0"/>
          <a:chOff x="0" y="0"/>
          <a:chExt cx="0" cy="0"/>
        </a:xfrm>
      </p:grpSpPr>
      <p:sp>
        <p:nvSpPr>
          <p:cNvPr id="72" name="Google Shape;72;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3" name="Google Shape;73;p4: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78" name="Shape 78"/>
        <p:cNvGrpSpPr/>
        <p:nvPr/>
      </p:nvGrpSpPr>
      <p:grpSpPr>
        <a:xfrm>
          <a:off x="0" y="0"/>
          <a:ext cx="0" cy="0"/>
          <a:chOff x="0" y="0"/>
          <a:chExt cx="0" cy="0"/>
        </a:xfrm>
      </p:grpSpPr>
      <p:sp>
        <p:nvSpPr>
          <p:cNvPr id="79" name="Google Shape;79;g5aed8a252b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g5aed8a252b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85" name="Shape 85"/>
        <p:cNvGrpSpPr/>
        <p:nvPr/>
      </p:nvGrpSpPr>
      <p:grpSpPr>
        <a:xfrm>
          <a:off x="0" y="0"/>
          <a:ext cx="0" cy="0"/>
          <a:chOff x="0" y="0"/>
          <a:chExt cx="0" cy="0"/>
        </a:xfrm>
      </p:grpSpPr>
      <p:sp>
        <p:nvSpPr>
          <p:cNvPr id="86" name="Google Shape;86;g5aed8a252b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 name="Google Shape;87;g5aed8a252b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2" name="Shape 92"/>
        <p:cNvGrpSpPr/>
        <p:nvPr/>
      </p:nvGrpSpPr>
      <p:grpSpPr>
        <a:xfrm>
          <a:off x="0" y="0"/>
          <a:ext cx="0" cy="0"/>
          <a:chOff x="0" y="0"/>
          <a:chExt cx="0" cy="0"/>
        </a:xfrm>
      </p:grpSpPr>
      <p:sp>
        <p:nvSpPr>
          <p:cNvPr id="93" name="Google Shape;93;g5aed8a252b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g5aed8a252b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99" name="Shape 99"/>
        <p:cNvGrpSpPr/>
        <p:nvPr/>
      </p:nvGrpSpPr>
      <p:grpSpPr>
        <a:xfrm>
          <a:off x="0" y="0"/>
          <a:ext cx="0" cy="0"/>
          <a:chOff x="0" y="0"/>
          <a:chExt cx="0" cy="0"/>
        </a:xfrm>
      </p:grpSpPr>
      <p:sp>
        <p:nvSpPr>
          <p:cNvPr id="100" name="Google Shape;100;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6: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04" name="Shape 104"/>
        <p:cNvGrpSpPr/>
        <p:nvPr/>
      </p:nvGrpSpPr>
      <p:grpSpPr>
        <a:xfrm>
          <a:off x="0" y="0"/>
          <a:ext cx="0" cy="0"/>
          <a:chOff x="0" y="0"/>
          <a:chExt cx="0" cy="0"/>
        </a:xfrm>
      </p:grpSpPr>
      <p:sp>
        <p:nvSpPr>
          <p:cNvPr id="105" name="Google Shape;10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 name="Google Shape;106;p7: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1" name="Shape 111"/>
        <p:cNvGrpSpPr/>
        <p:nvPr/>
      </p:nvGrpSpPr>
      <p:grpSpPr>
        <a:xfrm>
          <a:off x="0" y="0"/>
          <a:ext cx="0" cy="0"/>
          <a:chOff x="0" y="0"/>
          <a:chExt cx="0" cy="0"/>
        </a:xfrm>
      </p:grpSpPr>
      <p:sp>
        <p:nvSpPr>
          <p:cNvPr id="112" name="Google Shape;112;g5aed8a2594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 name="Google Shape;113;g5aed8a2594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18" name="Shape 118"/>
        <p:cNvGrpSpPr/>
        <p:nvPr/>
      </p:nvGrpSpPr>
      <p:grpSpPr>
        <a:xfrm>
          <a:off x="0" y="0"/>
          <a:ext cx="0" cy="0"/>
          <a:chOff x="0" y="0"/>
          <a:chExt cx="0" cy="0"/>
        </a:xfrm>
      </p:grpSpPr>
      <p:sp>
        <p:nvSpPr>
          <p:cNvPr id="119" name="Google Shape;119;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 name="Google Shape;120;p8: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23" name="Shape 123"/>
        <p:cNvGrpSpPr/>
        <p:nvPr/>
      </p:nvGrpSpPr>
      <p:grpSpPr>
        <a:xfrm>
          <a:off x="0" y="0"/>
          <a:ext cx="0" cy="0"/>
          <a:chOff x="0" y="0"/>
          <a:chExt cx="0" cy="0"/>
        </a:xfrm>
      </p:grpSpPr>
      <p:sp>
        <p:nvSpPr>
          <p:cNvPr id="124" name="Google Shape;124;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9: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0" name="Shape 130"/>
        <p:cNvGrpSpPr/>
        <p:nvPr/>
      </p:nvGrpSpPr>
      <p:grpSpPr>
        <a:xfrm>
          <a:off x="0" y="0"/>
          <a:ext cx="0" cy="0"/>
          <a:chOff x="0" y="0"/>
          <a:chExt cx="0" cy="0"/>
        </a:xfrm>
      </p:grpSpPr>
      <p:sp>
        <p:nvSpPr>
          <p:cNvPr id="131" name="Google Shape;131;g5aed8a2594_0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2" name="Google Shape;132;g5aed8a2594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37" name="Shape 137"/>
        <p:cNvGrpSpPr/>
        <p:nvPr/>
      </p:nvGrpSpPr>
      <p:grpSpPr>
        <a:xfrm>
          <a:off x="0" y="0"/>
          <a:ext cx="0" cy="0"/>
          <a:chOff x="0" y="0"/>
          <a:chExt cx="0" cy="0"/>
        </a:xfrm>
      </p:grpSpPr>
      <p:sp>
        <p:nvSpPr>
          <p:cNvPr id="138" name="Google Shape;138;g5aed8a2594_0_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9" name="Google Shape;139;g5aed8a2594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44" name="Shape 144"/>
        <p:cNvGrpSpPr/>
        <p:nvPr/>
      </p:nvGrpSpPr>
      <p:grpSpPr>
        <a:xfrm>
          <a:off x="0" y="0"/>
          <a:ext cx="0" cy="0"/>
          <a:chOff x="0" y="0"/>
          <a:chExt cx="0" cy="0"/>
        </a:xfrm>
      </p:grpSpPr>
      <p:sp>
        <p:nvSpPr>
          <p:cNvPr id="145" name="Google Shape;145;g5aed8a2594_0_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6" name="Google Shape;146;g5aed8a2594_0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1" name="Shape 151"/>
        <p:cNvGrpSpPr/>
        <p:nvPr/>
      </p:nvGrpSpPr>
      <p:grpSpPr>
        <a:xfrm>
          <a:off x="0" y="0"/>
          <a:ext cx="0" cy="0"/>
          <a:chOff x="0" y="0"/>
          <a:chExt cx="0" cy="0"/>
        </a:xfrm>
      </p:grpSpPr>
      <p:sp>
        <p:nvSpPr>
          <p:cNvPr id="152" name="Google Shape;152;g5aed8a2594_0_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 name="Google Shape;153;g5aed8a2594_0_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58" name="Shape 158"/>
        <p:cNvGrpSpPr/>
        <p:nvPr/>
      </p:nvGrpSpPr>
      <p:grpSpPr>
        <a:xfrm>
          <a:off x="0" y="0"/>
          <a:ext cx="0" cy="0"/>
          <a:chOff x="0" y="0"/>
          <a:chExt cx="0" cy="0"/>
        </a:xfrm>
      </p:grpSpPr>
      <p:sp>
        <p:nvSpPr>
          <p:cNvPr id="159" name="Google Shape;159;g5aed8a2594_0_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0" name="Google Shape;160;g5aed8a2594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65" name="Shape 165"/>
        <p:cNvGrpSpPr/>
        <p:nvPr/>
      </p:nvGrpSpPr>
      <p:grpSpPr>
        <a:xfrm>
          <a:off x="0" y="0"/>
          <a:ext cx="0" cy="0"/>
          <a:chOff x="0" y="0"/>
          <a:chExt cx="0" cy="0"/>
        </a:xfrm>
      </p:grpSpPr>
      <p:sp>
        <p:nvSpPr>
          <p:cNvPr id="166" name="Google Shape;166;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7" name="Google Shape;167;p10: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0" name="Shape 170"/>
        <p:cNvGrpSpPr/>
        <p:nvPr/>
      </p:nvGrpSpPr>
      <p:grpSpPr>
        <a:xfrm>
          <a:off x="0" y="0"/>
          <a:ext cx="0" cy="0"/>
          <a:chOff x="0" y="0"/>
          <a:chExt cx="0" cy="0"/>
        </a:xfrm>
      </p:grpSpPr>
      <p:sp>
        <p:nvSpPr>
          <p:cNvPr id="171" name="Google Shape;17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p11:notes"/>
          <p:cNvSpPr txBox="1"/>
          <p:nvPr>
            <p:ph idx="1" type="body"/>
          </p:nvPr>
        </p:nvSpPr>
        <p:spPr>
          <a:xfrm>
            <a:off x="685800" y="4343400"/>
            <a:ext cx="5486399"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77" name="Shape 177"/>
        <p:cNvGrpSpPr/>
        <p:nvPr/>
      </p:nvGrpSpPr>
      <p:grpSpPr>
        <a:xfrm>
          <a:off x="0" y="0"/>
          <a:ext cx="0" cy="0"/>
          <a:chOff x="0" y="0"/>
          <a:chExt cx="0" cy="0"/>
        </a:xfrm>
      </p:grpSpPr>
      <p:sp>
        <p:nvSpPr>
          <p:cNvPr id="178" name="Google Shape;178;g5aed8a2594_0_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 name="Google Shape;179;g5aed8a2594_0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184" name="Shape 184"/>
        <p:cNvGrpSpPr/>
        <p:nvPr/>
      </p:nvGrpSpPr>
      <p:grpSpPr>
        <a:xfrm>
          <a:off x="0" y="0"/>
          <a:ext cx="0" cy="0"/>
          <a:chOff x="0" y="0"/>
          <a:chExt cx="0" cy="0"/>
        </a:xfrm>
      </p:grpSpPr>
      <p:sp>
        <p:nvSpPr>
          <p:cNvPr id="185" name="Google Shape;185;g5aedd433f2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g5aedd433f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spcBef>
                <a:spcPts val="0"/>
              </a:spcBef>
              <a:spcAft>
                <a:spcPts val="0"/>
              </a:spcAft>
              <a:buClr>
                <a:schemeClr val="dk1"/>
              </a:buClr>
              <a:buSzPts val="275"/>
              <a:buFont typeface="Arial"/>
              <a:buNone/>
            </a:pPr>
            <a:r>
              <a:t/>
            </a:r>
            <a:endParaRPr b="0" i="0" sz="1100" u="none" cap="none" strike="noStrike">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slide" type="title">
  <p:cSld name="TITLE">
    <p:spTree>
      <p:nvGrpSpPr>
        <p:cNvPr id="9" name="Shape 9"/>
        <p:cNvGrpSpPr/>
        <p:nvPr/>
      </p:nvGrpSpPr>
      <p:grpSpPr>
        <a:xfrm>
          <a:off x="0" y="0"/>
          <a:ext cx="0" cy="0"/>
          <a:chOff x="0" y="0"/>
          <a:chExt cx="0" cy="0"/>
        </a:xfrm>
      </p:grpSpPr>
      <p:sp>
        <p:nvSpPr>
          <p:cNvPr id="10" name="Google Shape;10;p34"/>
          <p:cNvSpPr txBox="1"/>
          <p:nvPr>
            <p:ph type="ctrTitle"/>
          </p:nvPr>
        </p:nvSpPr>
        <p:spPr>
          <a:xfrm>
            <a:off x="311708" y="744575"/>
            <a:ext cx="8520599" cy="2052599"/>
          </a:xfrm>
          <a:prstGeom prst="rect">
            <a:avLst/>
          </a:prstGeom>
          <a:noFill/>
          <a:ln>
            <a:noFill/>
          </a:ln>
        </p:spPr>
        <p:txBody>
          <a:bodyPr anchorCtr="0" anchor="b" bIns="91425" lIns="91425" spcFirstLastPara="1" rIns="91425" wrap="square" tIns="91425"/>
          <a:lstStyle>
            <a:lvl1pPr lvl="0" marR="0" algn="ctr">
              <a:lnSpc>
                <a:spcPct val="100000"/>
              </a:lnSpc>
              <a:spcBef>
                <a:spcPts val="0"/>
              </a:spcBef>
              <a:spcAft>
                <a:spcPts val="0"/>
              </a:spcAft>
              <a:buClr>
                <a:schemeClr val="dk1"/>
              </a:buClr>
              <a:buSzPts val="5200"/>
              <a:buFont typeface="Arial"/>
              <a:buNone/>
              <a:defRPr b="0" i="0" sz="5200" u="none" cap="none" strike="noStrike">
                <a:solidFill>
                  <a:schemeClr val="dk1"/>
                </a:solidFill>
                <a:latin typeface="Arial"/>
                <a:ea typeface="Arial"/>
                <a:cs typeface="Arial"/>
                <a:sym typeface="Arial"/>
              </a:defRPr>
            </a:lvl1pPr>
            <a:lvl2pPr lvl="1" algn="ctr">
              <a:spcBef>
                <a:spcPts val="0"/>
              </a:spcBef>
              <a:spcAft>
                <a:spcPts val="0"/>
              </a:spcAft>
              <a:buClr>
                <a:schemeClr val="dk1"/>
              </a:buClr>
              <a:buSzPts val="5200"/>
              <a:buFont typeface="Arial"/>
              <a:buNone/>
              <a:defRPr sz="5200">
                <a:solidFill>
                  <a:schemeClr val="dk1"/>
                </a:solidFill>
              </a:defRPr>
            </a:lvl2pPr>
            <a:lvl3pPr lvl="2" algn="ctr">
              <a:spcBef>
                <a:spcPts val="0"/>
              </a:spcBef>
              <a:spcAft>
                <a:spcPts val="0"/>
              </a:spcAft>
              <a:buClr>
                <a:schemeClr val="dk1"/>
              </a:buClr>
              <a:buSzPts val="5200"/>
              <a:buFont typeface="Arial"/>
              <a:buNone/>
              <a:defRPr sz="5200">
                <a:solidFill>
                  <a:schemeClr val="dk1"/>
                </a:solidFill>
              </a:defRPr>
            </a:lvl3pPr>
            <a:lvl4pPr lvl="3" algn="ctr">
              <a:spcBef>
                <a:spcPts val="0"/>
              </a:spcBef>
              <a:spcAft>
                <a:spcPts val="0"/>
              </a:spcAft>
              <a:buClr>
                <a:schemeClr val="dk1"/>
              </a:buClr>
              <a:buSzPts val="5200"/>
              <a:buFont typeface="Arial"/>
              <a:buNone/>
              <a:defRPr sz="5200">
                <a:solidFill>
                  <a:schemeClr val="dk1"/>
                </a:solidFill>
              </a:defRPr>
            </a:lvl4pPr>
            <a:lvl5pPr lvl="4" algn="ctr">
              <a:spcBef>
                <a:spcPts val="0"/>
              </a:spcBef>
              <a:spcAft>
                <a:spcPts val="0"/>
              </a:spcAft>
              <a:buClr>
                <a:schemeClr val="dk1"/>
              </a:buClr>
              <a:buSzPts val="5200"/>
              <a:buFont typeface="Arial"/>
              <a:buNone/>
              <a:defRPr sz="5200">
                <a:solidFill>
                  <a:schemeClr val="dk1"/>
                </a:solidFill>
              </a:defRPr>
            </a:lvl5pPr>
            <a:lvl6pPr lvl="5" algn="ctr">
              <a:spcBef>
                <a:spcPts val="0"/>
              </a:spcBef>
              <a:spcAft>
                <a:spcPts val="0"/>
              </a:spcAft>
              <a:buClr>
                <a:schemeClr val="dk1"/>
              </a:buClr>
              <a:buSzPts val="5200"/>
              <a:buFont typeface="Arial"/>
              <a:buNone/>
              <a:defRPr sz="5200">
                <a:solidFill>
                  <a:schemeClr val="dk1"/>
                </a:solidFill>
              </a:defRPr>
            </a:lvl6pPr>
            <a:lvl7pPr lvl="6" algn="ctr">
              <a:spcBef>
                <a:spcPts val="0"/>
              </a:spcBef>
              <a:spcAft>
                <a:spcPts val="0"/>
              </a:spcAft>
              <a:buClr>
                <a:schemeClr val="dk1"/>
              </a:buClr>
              <a:buSzPts val="5200"/>
              <a:buFont typeface="Arial"/>
              <a:buNone/>
              <a:defRPr sz="5200">
                <a:solidFill>
                  <a:schemeClr val="dk1"/>
                </a:solidFill>
              </a:defRPr>
            </a:lvl7pPr>
            <a:lvl8pPr lvl="7" algn="ctr">
              <a:spcBef>
                <a:spcPts val="0"/>
              </a:spcBef>
              <a:spcAft>
                <a:spcPts val="0"/>
              </a:spcAft>
              <a:buClr>
                <a:schemeClr val="dk1"/>
              </a:buClr>
              <a:buSzPts val="5200"/>
              <a:buFont typeface="Arial"/>
              <a:buNone/>
              <a:defRPr sz="5200">
                <a:solidFill>
                  <a:schemeClr val="dk1"/>
                </a:solidFill>
              </a:defRPr>
            </a:lvl8pPr>
            <a:lvl9pPr lvl="8" algn="ctr">
              <a:spcBef>
                <a:spcPts val="0"/>
              </a:spcBef>
              <a:spcAft>
                <a:spcPts val="0"/>
              </a:spcAft>
              <a:buClr>
                <a:schemeClr val="dk1"/>
              </a:buClr>
              <a:buSzPts val="5200"/>
              <a:buFont typeface="Arial"/>
              <a:buNone/>
              <a:defRPr sz="5200">
                <a:solidFill>
                  <a:schemeClr val="dk1"/>
                </a:solidFill>
              </a:defRPr>
            </a:lvl9pPr>
          </a:lstStyle>
          <a:p/>
        </p:txBody>
      </p:sp>
      <p:sp>
        <p:nvSpPr>
          <p:cNvPr id="11" name="Google Shape;11;p34"/>
          <p:cNvSpPr txBox="1"/>
          <p:nvPr>
            <p:ph idx="1" type="subTitle"/>
          </p:nvPr>
        </p:nvSpPr>
        <p:spPr>
          <a:xfrm>
            <a:off x="311700" y="2834125"/>
            <a:ext cx="8520599" cy="792600"/>
          </a:xfrm>
          <a:prstGeom prst="rect">
            <a:avLst/>
          </a:prstGeom>
          <a:noFill/>
          <a:ln>
            <a:noFill/>
          </a:ln>
        </p:spPr>
        <p:txBody>
          <a:bodyPr anchorCtr="0" anchor="t" bIns="91425" lIns="91425" spcFirstLastPara="1" rIns="91425" wrap="square" tIns="91425"/>
          <a:lstStyle>
            <a:lvl1pPr lvl="0" marR="0" algn="ctr">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1pPr>
            <a:lvl2pPr lvl="1" marR="0" algn="ctr">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2pPr>
            <a:lvl3pPr lvl="2" marR="0" algn="ctr">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3pPr>
            <a:lvl4pPr lvl="3" marR="0" algn="ctr">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4pPr>
            <a:lvl5pPr lvl="4" marR="0" algn="ctr">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5pPr>
            <a:lvl6pPr lvl="5" marR="0" algn="ctr">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6pPr>
            <a:lvl7pPr lvl="6" marR="0" algn="ctr">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7pPr>
            <a:lvl8pPr lvl="7" marR="0" algn="ctr">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8pPr>
            <a:lvl9pPr lvl="8" marR="0" algn="ctr">
              <a:lnSpc>
                <a:spcPct val="100000"/>
              </a:lnSpc>
              <a:spcBef>
                <a:spcPts val="0"/>
              </a:spcBef>
              <a:spcAft>
                <a:spcPts val="0"/>
              </a:spcAft>
              <a:buClr>
                <a:schemeClr val="dk2"/>
              </a:buClr>
              <a:buSzPts val="2800"/>
              <a:buFont typeface="Arial"/>
              <a:buNone/>
              <a:defRPr b="0" i="0" sz="2800" u="none" cap="none" strike="noStrike">
                <a:solidFill>
                  <a:schemeClr val="dk2"/>
                </a:solidFill>
                <a:latin typeface="Arial"/>
                <a:ea typeface="Arial"/>
                <a:cs typeface="Arial"/>
                <a:sym typeface="Arial"/>
              </a:defRPr>
            </a:lvl9pPr>
          </a:lstStyle>
          <a:p/>
        </p:txBody>
      </p:sp>
      <p:sp>
        <p:nvSpPr>
          <p:cNvPr id="12" name="Google Shape;12;p34"/>
          <p:cNvSpPr txBox="1"/>
          <p:nvPr>
            <p:ph idx="12" type="sldNum"/>
          </p:nvPr>
        </p:nvSpPr>
        <p:spPr>
          <a:xfrm>
            <a:off x="8472457" y="4663216"/>
            <a:ext cx="548699"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body" type="tx">
  <p:cSld name="TITLE_AND_BODY">
    <p:spTree>
      <p:nvGrpSpPr>
        <p:cNvPr id="13" name="Shape 13"/>
        <p:cNvGrpSpPr/>
        <p:nvPr/>
      </p:nvGrpSpPr>
      <p:grpSpPr>
        <a:xfrm>
          <a:off x="0" y="0"/>
          <a:ext cx="0" cy="0"/>
          <a:chOff x="0" y="0"/>
          <a:chExt cx="0" cy="0"/>
        </a:xfrm>
      </p:grpSpPr>
      <p:sp>
        <p:nvSpPr>
          <p:cNvPr id="14" name="Google Shape;14;p35"/>
          <p:cNvSpPr txBox="1"/>
          <p:nvPr>
            <p:ph type="title"/>
          </p:nvPr>
        </p:nvSpPr>
        <p:spPr>
          <a:xfrm>
            <a:off x="311700" y="445025"/>
            <a:ext cx="8520599" cy="572699"/>
          </a:xfrm>
          <a:prstGeom prst="rect">
            <a:avLst/>
          </a:prstGeom>
          <a:noFill/>
          <a:ln>
            <a:noFill/>
          </a:ln>
        </p:spPr>
        <p:txBody>
          <a:bodyPr anchorCtr="0" anchor="t" bIns="91425" lIns="91425" spcFirstLastPara="1" rIns="91425" wrap="square" tIns="91425"/>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a:spcBef>
                <a:spcPts val="0"/>
              </a:spcBef>
              <a:spcAft>
                <a:spcPts val="0"/>
              </a:spcAft>
              <a:buClr>
                <a:schemeClr val="dk1"/>
              </a:buClr>
              <a:buSzPts val="2800"/>
              <a:buFont typeface="Arial"/>
              <a:buNone/>
              <a:defRPr sz="2800">
                <a:solidFill>
                  <a:schemeClr val="dk1"/>
                </a:solidFill>
              </a:defRPr>
            </a:lvl2pPr>
            <a:lvl3pPr lvl="2">
              <a:spcBef>
                <a:spcPts val="0"/>
              </a:spcBef>
              <a:spcAft>
                <a:spcPts val="0"/>
              </a:spcAft>
              <a:buClr>
                <a:schemeClr val="dk1"/>
              </a:buClr>
              <a:buSzPts val="2800"/>
              <a:buFont typeface="Arial"/>
              <a:buNone/>
              <a:defRPr sz="2800">
                <a:solidFill>
                  <a:schemeClr val="dk1"/>
                </a:solidFill>
              </a:defRPr>
            </a:lvl3pPr>
            <a:lvl4pPr lvl="3">
              <a:spcBef>
                <a:spcPts val="0"/>
              </a:spcBef>
              <a:spcAft>
                <a:spcPts val="0"/>
              </a:spcAft>
              <a:buClr>
                <a:schemeClr val="dk1"/>
              </a:buClr>
              <a:buSzPts val="2800"/>
              <a:buFont typeface="Arial"/>
              <a:buNone/>
              <a:defRPr sz="2800">
                <a:solidFill>
                  <a:schemeClr val="dk1"/>
                </a:solidFill>
              </a:defRPr>
            </a:lvl4pPr>
            <a:lvl5pPr lvl="4">
              <a:spcBef>
                <a:spcPts val="0"/>
              </a:spcBef>
              <a:spcAft>
                <a:spcPts val="0"/>
              </a:spcAft>
              <a:buClr>
                <a:schemeClr val="dk1"/>
              </a:buClr>
              <a:buSzPts val="2800"/>
              <a:buFont typeface="Arial"/>
              <a:buNone/>
              <a:defRPr sz="2800">
                <a:solidFill>
                  <a:schemeClr val="dk1"/>
                </a:solidFill>
              </a:defRPr>
            </a:lvl5pPr>
            <a:lvl6pPr lvl="5">
              <a:spcBef>
                <a:spcPts val="0"/>
              </a:spcBef>
              <a:spcAft>
                <a:spcPts val="0"/>
              </a:spcAft>
              <a:buClr>
                <a:schemeClr val="dk1"/>
              </a:buClr>
              <a:buSzPts val="2800"/>
              <a:buFont typeface="Arial"/>
              <a:buNone/>
              <a:defRPr sz="2800">
                <a:solidFill>
                  <a:schemeClr val="dk1"/>
                </a:solidFill>
              </a:defRPr>
            </a:lvl6pPr>
            <a:lvl7pPr lvl="6">
              <a:spcBef>
                <a:spcPts val="0"/>
              </a:spcBef>
              <a:spcAft>
                <a:spcPts val="0"/>
              </a:spcAft>
              <a:buClr>
                <a:schemeClr val="dk1"/>
              </a:buClr>
              <a:buSzPts val="2800"/>
              <a:buFont typeface="Arial"/>
              <a:buNone/>
              <a:defRPr sz="2800">
                <a:solidFill>
                  <a:schemeClr val="dk1"/>
                </a:solidFill>
              </a:defRPr>
            </a:lvl7pPr>
            <a:lvl8pPr lvl="7">
              <a:spcBef>
                <a:spcPts val="0"/>
              </a:spcBef>
              <a:spcAft>
                <a:spcPts val="0"/>
              </a:spcAft>
              <a:buClr>
                <a:schemeClr val="dk1"/>
              </a:buClr>
              <a:buSzPts val="2800"/>
              <a:buFont typeface="Arial"/>
              <a:buNone/>
              <a:defRPr sz="2800">
                <a:solidFill>
                  <a:schemeClr val="dk1"/>
                </a:solidFill>
              </a:defRPr>
            </a:lvl8pPr>
            <a:lvl9pPr lvl="8">
              <a:spcBef>
                <a:spcPts val="0"/>
              </a:spcBef>
              <a:spcAft>
                <a:spcPts val="0"/>
              </a:spcAft>
              <a:buClr>
                <a:schemeClr val="dk1"/>
              </a:buClr>
              <a:buSzPts val="2800"/>
              <a:buFont typeface="Arial"/>
              <a:buNone/>
              <a:defRPr sz="2800">
                <a:solidFill>
                  <a:schemeClr val="dk1"/>
                </a:solidFill>
              </a:defRPr>
            </a:lvl9pPr>
          </a:lstStyle>
          <a:p/>
        </p:txBody>
      </p:sp>
      <p:sp>
        <p:nvSpPr>
          <p:cNvPr id="15" name="Google Shape;15;p35"/>
          <p:cNvSpPr txBox="1"/>
          <p:nvPr>
            <p:ph idx="1" type="body"/>
          </p:nvPr>
        </p:nvSpPr>
        <p:spPr>
          <a:xfrm>
            <a:off x="311700" y="1152475"/>
            <a:ext cx="8520599" cy="3416400"/>
          </a:xfrm>
          <a:prstGeom prst="rect">
            <a:avLst/>
          </a:prstGeom>
          <a:noFill/>
          <a:ln>
            <a:noFill/>
          </a:ln>
        </p:spPr>
        <p:txBody>
          <a:bodyPr anchorCtr="0" anchor="t" bIns="91425" lIns="91425" spcFirstLastPara="1" rIns="91425" wrap="square" tIns="91425"/>
          <a:lstStyle>
            <a:lvl1pPr indent="-228600" lvl="0" marL="457200" marR="0" algn="l">
              <a:lnSpc>
                <a:spcPct val="115000"/>
              </a:lnSpc>
              <a:spcBef>
                <a:spcPts val="0"/>
              </a:spcBef>
              <a:spcAft>
                <a:spcPts val="0"/>
              </a:spcAft>
              <a:buClr>
                <a:schemeClr val="dk2"/>
              </a:buClr>
              <a:buSzPts val="1800"/>
              <a:buFont typeface="Arial"/>
              <a:buNone/>
              <a:defRPr b="0" i="0" sz="1800" u="none" cap="none" strike="noStrike">
                <a:solidFill>
                  <a:schemeClr val="dk2"/>
                </a:solidFill>
                <a:latin typeface="Arial"/>
                <a:ea typeface="Arial"/>
                <a:cs typeface="Arial"/>
                <a:sym typeface="Arial"/>
              </a:defRPr>
            </a:lvl1pPr>
            <a:lvl2pPr indent="-228600" lvl="1" marL="914400" marR="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2pPr>
            <a:lvl3pPr indent="-228600" lvl="2" marL="1371600" marR="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3pPr>
            <a:lvl4pPr indent="-228600" lvl="3" marL="1828800" marR="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4pPr>
            <a:lvl5pPr indent="-228600" lvl="4" marL="2286000" marR="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5pPr>
            <a:lvl6pPr indent="-228600" lvl="5" marL="2743200" marR="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6pPr>
            <a:lvl7pPr indent="-228600" lvl="6" marL="3200400" marR="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7pPr>
            <a:lvl8pPr indent="-228600" lvl="7" marL="3657600" marR="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8pPr>
            <a:lvl9pPr indent="-228600" lvl="8" marL="4114800" marR="0" algn="l">
              <a:lnSpc>
                <a:spcPct val="115000"/>
              </a:lnSpc>
              <a:spcBef>
                <a:spcPts val="1600"/>
              </a:spcBef>
              <a:spcAft>
                <a:spcPts val="1600"/>
              </a:spcAft>
              <a:buClr>
                <a:schemeClr val="dk2"/>
              </a:buClr>
              <a:buSzPts val="1400"/>
              <a:buFont typeface="Arial"/>
              <a:buNone/>
              <a:defRPr b="0" i="0" sz="1400" u="none" cap="none" strike="noStrike">
                <a:solidFill>
                  <a:schemeClr val="dk2"/>
                </a:solidFill>
                <a:latin typeface="Arial"/>
                <a:ea typeface="Arial"/>
                <a:cs typeface="Arial"/>
                <a:sym typeface="Arial"/>
              </a:defRPr>
            </a:lvl9pPr>
          </a:lstStyle>
          <a:p/>
        </p:txBody>
      </p:sp>
      <p:sp>
        <p:nvSpPr>
          <p:cNvPr id="16" name="Google Shape;16;p35"/>
          <p:cNvSpPr txBox="1"/>
          <p:nvPr>
            <p:ph idx="12" type="sldNum"/>
          </p:nvPr>
        </p:nvSpPr>
        <p:spPr>
          <a:xfrm>
            <a:off x="8472457" y="4663216"/>
            <a:ext cx="548699"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and two columns" type="twoColTx">
  <p:cSld name="TITLE_AND_TWO_COLUMNS">
    <p:spTree>
      <p:nvGrpSpPr>
        <p:cNvPr id="17" name="Shape 17"/>
        <p:cNvGrpSpPr/>
        <p:nvPr/>
      </p:nvGrpSpPr>
      <p:grpSpPr>
        <a:xfrm>
          <a:off x="0" y="0"/>
          <a:ext cx="0" cy="0"/>
          <a:chOff x="0" y="0"/>
          <a:chExt cx="0" cy="0"/>
        </a:xfrm>
      </p:grpSpPr>
      <p:sp>
        <p:nvSpPr>
          <p:cNvPr id="18" name="Google Shape;18;p36"/>
          <p:cNvSpPr txBox="1"/>
          <p:nvPr>
            <p:ph type="title"/>
          </p:nvPr>
        </p:nvSpPr>
        <p:spPr>
          <a:xfrm>
            <a:off x="311700" y="445025"/>
            <a:ext cx="8520599" cy="572699"/>
          </a:xfrm>
          <a:prstGeom prst="rect">
            <a:avLst/>
          </a:prstGeom>
          <a:noFill/>
          <a:ln>
            <a:noFill/>
          </a:ln>
        </p:spPr>
        <p:txBody>
          <a:bodyPr anchorCtr="0" anchor="t" bIns="91425" lIns="91425" spcFirstLastPara="1" rIns="91425" wrap="square" tIns="91425"/>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a:spcBef>
                <a:spcPts val="0"/>
              </a:spcBef>
              <a:spcAft>
                <a:spcPts val="0"/>
              </a:spcAft>
              <a:buClr>
                <a:schemeClr val="dk1"/>
              </a:buClr>
              <a:buSzPts val="2800"/>
              <a:buFont typeface="Arial"/>
              <a:buNone/>
              <a:defRPr sz="2800">
                <a:solidFill>
                  <a:schemeClr val="dk1"/>
                </a:solidFill>
              </a:defRPr>
            </a:lvl2pPr>
            <a:lvl3pPr lvl="2">
              <a:spcBef>
                <a:spcPts val="0"/>
              </a:spcBef>
              <a:spcAft>
                <a:spcPts val="0"/>
              </a:spcAft>
              <a:buClr>
                <a:schemeClr val="dk1"/>
              </a:buClr>
              <a:buSzPts val="2800"/>
              <a:buFont typeface="Arial"/>
              <a:buNone/>
              <a:defRPr sz="2800">
                <a:solidFill>
                  <a:schemeClr val="dk1"/>
                </a:solidFill>
              </a:defRPr>
            </a:lvl3pPr>
            <a:lvl4pPr lvl="3">
              <a:spcBef>
                <a:spcPts val="0"/>
              </a:spcBef>
              <a:spcAft>
                <a:spcPts val="0"/>
              </a:spcAft>
              <a:buClr>
                <a:schemeClr val="dk1"/>
              </a:buClr>
              <a:buSzPts val="2800"/>
              <a:buFont typeface="Arial"/>
              <a:buNone/>
              <a:defRPr sz="2800">
                <a:solidFill>
                  <a:schemeClr val="dk1"/>
                </a:solidFill>
              </a:defRPr>
            </a:lvl4pPr>
            <a:lvl5pPr lvl="4">
              <a:spcBef>
                <a:spcPts val="0"/>
              </a:spcBef>
              <a:spcAft>
                <a:spcPts val="0"/>
              </a:spcAft>
              <a:buClr>
                <a:schemeClr val="dk1"/>
              </a:buClr>
              <a:buSzPts val="2800"/>
              <a:buFont typeface="Arial"/>
              <a:buNone/>
              <a:defRPr sz="2800">
                <a:solidFill>
                  <a:schemeClr val="dk1"/>
                </a:solidFill>
              </a:defRPr>
            </a:lvl5pPr>
            <a:lvl6pPr lvl="5">
              <a:spcBef>
                <a:spcPts val="0"/>
              </a:spcBef>
              <a:spcAft>
                <a:spcPts val="0"/>
              </a:spcAft>
              <a:buClr>
                <a:schemeClr val="dk1"/>
              </a:buClr>
              <a:buSzPts val="2800"/>
              <a:buFont typeface="Arial"/>
              <a:buNone/>
              <a:defRPr sz="2800">
                <a:solidFill>
                  <a:schemeClr val="dk1"/>
                </a:solidFill>
              </a:defRPr>
            </a:lvl6pPr>
            <a:lvl7pPr lvl="6">
              <a:spcBef>
                <a:spcPts val="0"/>
              </a:spcBef>
              <a:spcAft>
                <a:spcPts val="0"/>
              </a:spcAft>
              <a:buClr>
                <a:schemeClr val="dk1"/>
              </a:buClr>
              <a:buSzPts val="2800"/>
              <a:buFont typeface="Arial"/>
              <a:buNone/>
              <a:defRPr sz="2800">
                <a:solidFill>
                  <a:schemeClr val="dk1"/>
                </a:solidFill>
              </a:defRPr>
            </a:lvl7pPr>
            <a:lvl8pPr lvl="7">
              <a:spcBef>
                <a:spcPts val="0"/>
              </a:spcBef>
              <a:spcAft>
                <a:spcPts val="0"/>
              </a:spcAft>
              <a:buClr>
                <a:schemeClr val="dk1"/>
              </a:buClr>
              <a:buSzPts val="2800"/>
              <a:buFont typeface="Arial"/>
              <a:buNone/>
              <a:defRPr sz="2800">
                <a:solidFill>
                  <a:schemeClr val="dk1"/>
                </a:solidFill>
              </a:defRPr>
            </a:lvl8pPr>
            <a:lvl9pPr lvl="8">
              <a:spcBef>
                <a:spcPts val="0"/>
              </a:spcBef>
              <a:spcAft>
                <a:spcPts val="0"/>
              </a:spcAft>
              <a:buClr>
                <a:schemeClr val="dk1"/>
              </a:buClr>
              <a:buSzPts val="2800"/>
              <a:buFont typeface="Arial"/>
              <a:buNone/>
              <a:defRPr sz="2800">
                <a:solidFill>
                  <a:schemeClr val="dk1"/>
                </a:solidFill>
              </a:defRPr>
            </a:lvl9pPr>
          </a:lstStyle>
          <a:p/>
        </p:txBody>
      </p:sp>
      <p:sp>
        <p:nvSpPr>
          <p:cNvPr id="19" name="Google Shape;19;p36"/>
          <p:cNvSpPr txBox="1"/>
          <p:nvPr>
            <p:ph idx="1" type="body"/>
          </p:nvPr>
        </p:nvSpPr>
        <p:spPr>
          <a:xfrm>
            <a:off x="311700" y="1152475"/>
            <a:ext cx="3999897" cy="3416400"/>
          </a:xfrm>
          <a:prstGeom prst="rect">
            <a:avLst/>
          </a:prstGeom>
          <a:noFill/>
          <a:ln>
            <a:noFill/>
          </a:ln>
        </p:spPr>
        <p:txBody>
          <a:bodyPr anchorCtr="0" anchor="t" bIns="91425" lIns="91425" spcFirstLastPara="1" rIns="91425" wrap="square" tIns="91425"/>
          <a:lstStyle>
            <a:lvl1pPr indent="-228600" lvl="0" marL="457200" marR="0" algn="l">
              <a:lnSpc>
                <a:spcPct val="115000"/>
              </a:lnSpc>
              <a:spcBef>
                <a:spcPts val="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1pPr>
            <a:lvl2pPr indent="-228600" lvl="1" marL="914400" marR="0" algn="l">
              <a:lnSpc>
                <a:spcPct val="115000"/>
              </a:lnSpc>
              <a:spcBef>
                <a:spcPts val="1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2pPr>
            <a:lvl3pPr indent="-228600" lvl="2" marL="1371600" marR="0" algn="l">
              <a:lnSpc>
                <a:spcPct val="115000"/>
              </a:lnSpc>
              <a:spcBef>
                <a:spcPts val="1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3pPr>
            <a:lvl4pPr indent="-228600" lvl="3" marL="1828800" marR="0" algn="l">
              <a:lnSpc>
                <a:spcPct val="115000"/>
              </a:lnSpc>
              <a:spcBef>
                <a:spcPts val="1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4pPr>
            <a:lvl5pPr indent="-228600" lvl="4" marL="2286000" marR="0" algn="l">
              <a:lnSpc>
                <a:spcPct val="115000"/>
              </a:lnSpc>
              <a:spcBef>
                <a:spcPts val="1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5pPr>
            <a:lvl6pPr indent="-228600" lvl="5" marL="2743200" marR="0" algn="l">
              <a:lnSpc>
                <a:spcPct val="115000"/>
              </a:lnSpc>
              <a:spcBef>
                <a:spcPts val="1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6pPr>
            <a:lvl7pPr indent="-228600" lvl="6" marL="3200400" marR="0" algn="l">
              <a:lnSpc>
                <a:spcPct val="115000"/>
              </a:lnSpc>
              <a:spcBef>
                <a:spcPts val="1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7pPr>
            <a:lvl8pPr indent="-228600" lvl="7" marL="3657600" marR="0" algn="l">
              <a:lnSpc>
                <a:spcPct val="115000"/>
              </a:lnSpc>
              <a:spcBef>
                <a:spcPts val="1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8pPr>
            <a:lvl9pPr indent="-228600" lvl="8" marL="4114800" marR="0" algn="l">
              <a:lnSpc>
                <a:spcPct val="115000"/>
              </a:lnSpc>
              <a:spcBef>
                <a:spcPts val="1600"/>
              </a:spcBef>
              <a:spcAft>
                <a:spcPts val="1600"/>
              </a:spcAft>
              <a:buClr>
                <a:schemeClr val="dk2"/>
              </a:buClr>
              <a:buSzPts val="1200"/>
              <a:buFont typeface="Arial"/>
              <a:buNone/>
              <a:defRPr b="0" i="0" sz="1200" u="none" cap="none" strike="noStrike">
                <a:solidFill>
                  <a:schemeClr val="dk2"/>
                </a:solidFill>
                <a:latin typeface="Arial"/>
                <a:ea typeface="Arial"/>
                <a:cs typeface="Arial"/>
                <a:sym typeface="Arial"/>
              </a:defRPr>
            </a:lvl9pPr>
          </a:lstStyle>
          <a:p/>
        </p:txBody>
      </p:sp>
      <p:sp>
        <p:nvSpPr>
          <p:cNvPr id="20" name="Google Shape;20;p36"/>
          <p:cNvSpPr txBox="1"/>
          <p:nvPr>
            <p:ph idx="2" type="body"/>
          </p:nvPr>
        </p:nvSpPr>
        <p:spPr>
          <a:xfrm>
            <a:off x="4832400" y="1152475"/>
            <a:ext cx="3999897" cy="3416400"/>
          </a:xfrm>
          <a:prstGeom prst="rect">
            <a:avLst/>
          </a:prstGeom>
          <a:noFill/>
          <a:ln>
            <a:noFill/>
          </a:ln>
        </p:spPr>
        <p:txBody>
          <a:bodyPr anchorCtr="0" anchor="t" bIns="91425" lIns="91425" spcFirstLastPara="1" rIns="91425" wrap="square" tIns="91425"/>
          <a:lstStyle>
            <a:lvl1pPr indent="-228600" lvl="0" marL="457200" marR="0" algn="l">
              <a:lnSpc>
                <a:spcPct val="115000"/>
              </a:lnSpc>
              <a:spcBef>
                <a:spcPts val="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1pPr>
            <a:lvl2pPr indent="-228600" lvl="1" marL="914400" marR="0" algn="l">
              <a:lnSpc>
                <a:spcPct val="115000"/>
              </a:lnSpc>
              <a:spcBef>
                <a:spcPts val="1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2pPr>
            <a:lvl3pPr indent="-228600" lvl="2" marL="1371600" marR="0" algn="l">
              <a:lnSpc>
                <a:spcPct val="115000"/>
              </a:lnSpc>
              <a:spcBef>
                <a:spcPts val="1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3pPr>
            <a:lvl4pPr indent="-228600" lvl="3" marL="1828800" marR="0" algn="l">
              <a:lnSpc>
                <a:spcPct val="115000"/>
              </a:lnSpc>
              <a:spcBef>
                <a:spcPts val="1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4pPr>
            <a:lvl5pPr indent="-228600" lvl="4" marL="2286000" marR="0" algn="l">
              <a:lnSpc>
                <a:spcPct val="115000"/>
              </a:lnSpc>
              <a:spcBef>
                <a:spcPts val="1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5pPr>
            <a:lvl6pPr indent="-228600" lvl="5" marL="2743200" marR="0" algn="l">
              <a:lnSpc>
                <a:spcPct val="115000"/>
              </a:lnSpc>
              <a:spcBef>
                <a:spcPts val="1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6pPr>
            <a:lvl7pPr indent="-228600" lvl="6" marL="3200400" marR="0" algn="l">
              <a:lnSpc>
                <a:spcPct val="115000"/>
              </a:lnSpc>
              <a:spcBef>
                <a:spcPts val="1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7pPr>
            <a:lvl8pPr indent="-228600" lvl="7" marL="3657600" marR="0" algn="l">
              <a:lnSpc>
                <a:spcPct val="115000"/>
              </a:lnSpc>
              <a:spcBef>
                <a:spcPts val="1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8pPr>
            <a:lvl9pPr indent="-228600" lvl="8" marL="4114800" marR="0" algn="l">
              <a:lnSpc>
                <a:spcPct val="115000"/>
              </a:lnSpc>
              <a:spcBef>
                <a:spcPts val="1600"/>
              </a:spcBef>
              <a:spcAft>
                <a:spcPts val="1600"/>
              </a:spcAft>
              <a:buClr>
                <a:schemeClr val="dk2"/>
              </a:buClr>
              <a:buSzPts val="1200"/>
              <a:buFont typeface="Arial"/>
              <a:buNone/>
              <a:defRPr b="0" i="0" sz="1200" u="none" cap="none" strike="noStrike">
                <a:solidFill>
                  <a:schemeClr val="dk2"/>
                </a:solidFill>
                <a:latin typeface="Arial"/>
                <a:ea typeface="Arial"/>
                <a:cs typeface="Arial"/>
                <a:sym typeface="Arial"/>
              </a:defRPr>
            </a:lvl9pPr>
          </a:lstStyle>
          <a:p/>
        </p:txBody>
      </p:sp>
      <p:sp>
        <p:nvSpPr>
          <p:cNvPr id="21" name="Google Shape;21;p36"/>
          <p:cNvSpPr txBox="1"/>
          <p:nvPr>
            <p:ph idx="12" type="sldNum"/>
          </p:nvPr>
        </p:nvSpPr>
        <p:spPr>
          <a:xfrm>
            <a:off x="8472457" y="4663216"/>
            <a:ext cx="548699"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Main point">
  <p:cSld name="Main point">
    <p:spTree>
      <p:nvGrpSpPr>
        <p:cNvPr id="22" name="Shape 22"/>
        <p:cNvGrpSpPr/>
        <p:nvPr/>
      </p:nvGrpSpPr>
      <p:grpSpPr>
        <a:xfrm>
          <a:off x="0" y="0"/>
          <a:ext cx="0" cy="0"/>
          <a:chOff x="0" y="0"/>
          <a:chExt cx="0" cy="0"/>
        </a:xfrm>
      </p:grpSpPr>
      <p:sp>
        <p:nvSpPr>
          <p:cNvPr id="23" name="Google Shape;23;p37"/>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lstStyle>
            <a:lvl1pPr lvl="0" marR="0" algn="l">
              <a:lnSpc>
                <a:spcPct val="100000"/>
              </a:lnSpc>
              <a:spcBef>
                <a:spcPts val="0"/>
              </a:spcBef>
              <a:spcAft>
                <a:spcPts val="0"/>
              </a:spcAft>
              <a:buClr>
                <a:schemeClr val="dk1"/>
              </a:buClr>
              <a:buSzPts val="4800"/>
              <a:buFont typeface="Arial"/>
              <a:buNone/>
              <a:defRPr b="0" i="0" sz="4800" u="none" cap="none" strike="noStrike">
                <a:solidFill>
                  <a:schemeClr val="dk1"/>
                </a:solidFill>
                <a:latin typeface="Arial"/>
                <a:ea typeface="Arial"/>
                <a:cs typeface="Arial"/>
                <a:sym typeface="Arial"/>
              </a:defRPr>
            </a:lvl1pPr>
            <a:lvl2pPr lvl="1">
              <a:spcBef>
                <a:spcPts val="0"/>
              </a:spcBef>
              <a:spcAft>
                <a:spcPts val="0"/>
              </a:spcAft>
              <a:buClr>
                <a:schemeClr val="dk1"/>
              </a:buClr>
              <a:buSzPts val="4800"/>
              <a:buFont typeface="Arial"/>
              <a:buNone/>
              <a:defRPr sz="4800">
                <a:solidFill>
                  <a:schemeClr val="dk1"/>
                </a:solidFill>
              </a:defRPr>
            </a:lvl2pPr>
            <a:lvl3pPr lvl="2">
              <a:spcBef>
                <a:spcPts val="0"/>
              </a:spcBef>
              <a:spcAft>
                <a:spcPts val="0"/>
              </a:spcAft>
              <a:buClr>
                <a:schemeClr val="dk1"/>
              </a:buClr>
              <a:buSzPts val="4800"/>
              <a:buFont typeface="Arial"/>
              <a:buNone/>
              <a:defRPr sz="4800">
                <a:solidFill>
                  <a:schemeClr val="dk1"/>
                </a:solidFill>
              </a:defRPr>
            </a:lvl3pPr>
            <a:lvl4pPr lvl="3">
              <a:spcBef>
                <a:spcPts val="0"/>
              </a:spcBef>
              <a:spcAft>
                <a:spcPts val="0"/>
              </a:spcAft>
              <a:buClr>
                <a:schemeClr val="dk1"/>
              </a:buClr>
              <a:buSzPts val="4800"/>
              <a:buFont typeface="Arial"/>
              <a:buNone/>
              <a:defRPr sz="4800">
                <a:solidFill>
                  <a:schemeClr val="dk1"/>
                </a:solidFill>
              </a:defRPr>
            </a:lvl4pPr>
            <a:lvl5pPr lvl="4">
              <a:spcBef>
                <a:spcPts val="0"/>
              </a:spcBef>
              <a:spcAft>
                <a:spcPts val="0"/>
              </a:spcAft>
              <a:buClr>
                <a:schemeClr val="dk1"/>
              </a:buClr>
              <a:buSzPts val="4800"/>
              <a:buFont typeface="Arial"/>
              <a:buNone/>
              <a:defRPr sz="4800">
                <a:solidFill>
                  <a:schemeClr val="dk1"/>
                </a:solidFill>
              </a:defRPr>
            </a:lvl5pPr>
            <a:lvl6pPr lvl="5">
              <a:spcBef>
                <a:spcPts val="0"/>
              </a:spcBef>
              <a:spcAft>
                <a:spcPts val="0"/>
              </a:spcAft>
              <a:buClr>
                <a:schemeClr val="dk1"/>
              </a:buClr>
              <a:buSzPts val="4800"/>
              <a:buFont typeface="Arial"/>
              <a:buNone/>
              <a:defRPr sz="4800">
                <a:solidFill>
                  <a:schemeClr val="dk1"/>
                </a:solidFill>
              </a:defRPr>
            </a:lvl6pPr>
            <a:lvl7pPr lvl="6">
              <a:spcBef>
                <a:spcPts val="0"/>
              </a:spcBef>
              <a:spcAft>
                <a:spcPts val="0"/>
              </a:spcAft>
              <a:buClr>
                <a:schemeClr val="dk1"/>
              </a:buClr>
              <a:buSzPts val="4800"/>
              <a:buFont typeface="Arial"/>
              <a:buNone/>
              <a:defRPr sz="4800">
                <a:solidFill>
                  <a:schemeClr val="dk1"/>
                </a:solidFill>
              </a:defRPr>
            </a:lvl7pPr>
            <a:lvl8pPr lvl="7">
              <a:spcBef>
                <a:spcPts val="0"/>
              </a:spcBef>
              <a:spcAft>
                <a:spcPts val="0"/>
              </a:spcAft>
              <a:buClr>
                <a:schemeClr val="dk1"/>
              </a:buClr>
              <a:buSzPts val="4800"/>
              <a:buFont typeface="Arial"/>
              <a:buNone/>
              <a:defRPr sz="4800">
                <a:solidFill>
                  <a:schemeClr val="dk1"/>
                </a:solidFill>
              </a:defRPr>
            </a:lvl8pPr>
            <a:lvl9pPr lvl="8">
              <a:spcBef>
                <a:spcPts val="0"/>
              </a:spcBef>
              <a:spcAft>
                <a:spcPts val="0"/>
              </a:spcAft>
              <a:buClr>
                <a:schemeClr val="dk1"/>
              </a:buClr>
              <a:buSzPts val="4800"/>
              <a:buFont typeface="Arial"/>
              <a:buNone/>
              <a:defRPr sz="4800">
                <a:solidFill>
                  <a:schemeClr val="dk1"/>
                </a:solidFill>
              </a:defRPr>
            </a:lvl9pPr>
          </a:lstStyle>
          <a:p/>
        </p:txBody>
      </p:sp>
      <p:sp>
        <p:nvSpPr>
          <p:cNvPr id="24" name="Google Shape;24;p37"/>
          <p:cNvSpPr txBox="1"/>
          <p:nvPr>
            <p:ph idx="12" type="sldNum"/>
          </p:nvPr>
        </p:nvSpPr>
        <p:spPr>
          <a:xfrm>
            <a:off x="8472457" y="4663216"/>
            <a:ext cx="548699"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type="secHead">
  <p:cSld name="SECTION_HEADER">
    <p:spTree>
      <p:nvGrpSpPr>
        <p:cNvPr id="25" name="Shape 25"/>
        <p:cNvGrpSpPr/>
        <p:nvPr/>
      </p:nvGrpSpPr>
      <p:grpSpPr>
        <a:xfrm>
          <a:off x="0" y="0"/>
          <a:ext cx="0" cy="0"/>
          <a:chOff x="0" y="0"/>
          <a:chExt cx="0" cy="0"/>
        </a:xfrm>
      </p:grpSpPr>
      <p:sp>
        <p:nvSpPr>
          <p:cNvPr id="26" name="Google Shape;26;p38"/>
          <p:cNvSpPr txBox="1"/>
          <p:nvPr>
            <p:ph type="title"/>
          </p:nvPr>
        </p:nvSpPr>
        <p:spPr>
          <a:xfrm>
            <a:off x="311700" y="2150850"/>
            <a:ext cx="8520599" cy="841800"/>
          </a:xfrm>
          <a:prstGeom prst="rect">
            <a:avLst/>
          </a:prstGeom>
          <a:noFill/>
          <a:ln>
            <a:noFill/>
          </a:ln>
        </p:spPr>
        <p:txBody>
          <a:bodyPr anchorCtr="0" anchor="ctr" bIns="91425" lIns="91425" spcFirstLastPara="1" rIns="91425" wrap="square" tIns="91425"/>
          <a:lstStyle>
            <a:lvl1pPr lvl="0" marR="0" algn="ctr">
              <a:lnSpc>
                <a:spcPct val="100000"/>
              </a:lnSpc>
              <a:spcBef>
                <a:spcPts val="0"/>
              </a:spcBef>
              <a:spcAft>
                <a:spcPts val="0"/>
              </a:spcAft>
              <a:buClr>
                <a:schemeClr val="dk1"/>
              </a:buClr>
              <a:buSzPts val="3600"/>
              <a:buFont typeface="Arial"/>
              <a:buNone/>
              <a:defRPr b="0" i="0" sz="3600" u="none" cap="none" strike="noStrike">
                <a:solidFill>
                  <a:schemeClr val="dk1"/>
                </a:solidFill>
                <a:latin typeface="Arial"/>
                <a:ea typeface="Arial"/>
                <a:cs typeface="Arial"/>
                <a:sym typeface="Arial"/>
              </a:defRPr>
            </a:lvl1pPr>
            <a:lvl2pPr lvl="1" algn="ctr">
              <a:spcBef>
                <a:spcPts val="0"/>
              </a:spcBef>
              <a:spcAft>
                <a:spcPts val="0"/>
              </a:spcAft>
              <a:buClr>
                <a:schemeClr val="dk1"/>
              </a:buClr>
              <a:buSzPts val="3600"/>
              <a:buFont typeface="Arial"/>
              <a:buNone/>
              <a:defRPr sz="3600">
                <a:solidFill>
                  <a:schemeClr val="dk1"/>
                </a:solidFill>
              </a:defRPr>
            </a:lvl2pPr>
            <a:lvl3pPr lvl="2" algn="ctr">
              <a:spcBef>
                <a:spcPts val="0"/>
              </a:spcBef>
              <a:spcAft>
                <a:spcPts val="0"/>
              </a:spcAft>
              <a:buClr>
                <a:schemeClr val="dk1"/>
              </a:buClr>
              <a:buSzPts val="3600"/>
              <a:buFont typeface="Arial"/>
              <a:buNone/>
              <a:defRPr sz="3600">
                <a:solidFill>
                  <a:schemeClr val="dk1"/>
                </a:solidFill>
              </a:defRPr>
            </a:lvl3pPr>
            <a:lvl4pPr lvl="3" algn="ctr">
              <a:spcBef>
                <a:spcPts val="0"/>
              </a:spcBef>
              <a:spcAft>
                <a:spcPts val="0"/>
              </a:spcAft>
              <a:buClr>
                <a:schemeClr val="dk1"/>
              </a:buClr>
              <a:buSzPts val="3600"/>
              <a:buFont typeface="Arial"/>
              <a:buNone/>
              <a:defRPr sz="3600">
                <a:solidFill>
                  <a:schemeClr val="dk1"/>
                </a:solidFill>
              </a:defRPr>
            </a:lvl4pPr>
            <a:lvl5pPr lvl="4" algn="ctr">
              <a:spcBef>
                <a:spcPts val="0"/>
              </a:spcBef>
              <a:spcAft>
                <a:spcPts val="0"/>
              </a:spcAft>
              <a:buClr>
                <a:schemeClr val="dk1"/>
              </a:buClr>
              <a:buSzPts val="3600"/>
              <a:buFont typeface="Arial"/>
              <a:buNone/>
              <a:defRPr sz="3600">
                <a:solidFill>
                  <a:schemeClr val="dk1"/>
                </a:solidFill>
              </a:defRPr>
            </a:lvl5pPr>
            <a:lvl6pPr lvl="5" algn="ctr">
              <a:spcBef>
                <a:spcPts val="0"/>
              </a:spcBef>
              <a:spcAft>
                <a:spcPts val="0"/>
              </a:spcAft>
              <a:buClr>
                <a:schemeClr val="dk1"/>
              </a:buClr>
              <a:buSzPts val="3600"/>
              <a:buFont typeface="Arial"/>
              <a:buNone/>
              <a:defRPr sz="3600">
                <a:solidFill>
                  <a:schemeClr val="dk1"/>
                </a:solidFill>
              </a:defRPr>
            </a:lvl6pPr>
            <a:lvl7pPr lvl="6" algn="ctr">
              <a:spcBef>
                <a:spcPts val="0"/>
              </a:spcBef>
              <a:spcAft>
                <a:spcPts val="0"/>
              </a:spcAft>
              <a:buClr>
                <a:schemeClr val="dk1"/>
              </a:buClr>
              <a:buSzPts val="3600"/>
              <a:buFont typeface="Arial"/>
              <a:buNone/>
              <a:defRPr sz="3600">
                <a:solidFill>
                  <a:schemeClr val="dk1"/>
                </a:solidFill>
              </a:defRPr>
            </a:lvl7pPr>
            <a:lvl8pPr lvl="7" algn="ctr">
              <a:spcBef>
                <a:spcPts val="0"/>
              </a:spcBef>
              <a:spcAft>
                <a:spcPts val="0"/>
              </a:spcAft>
              <a:buClr>
                <a:schemeClr val="dk1"/>
              </a:buClr>
              <a:buSzPts val="3600"/>
              <a:buFont typeface="Arial"/>
              <a:buNone/>
              <a:defRPr sz="3600">
                <a:solidFill>
                  <a:schemeClr val="dk1"/>
                </a:solidFill>
              </a:defRPr>
            </a:lvl8pPr>
            <a:lvl9pPr lvl="8" algn="ctr">
              <a:spcBef>
                <a:spcPts val="0"/>
              </a:spcBef>
              <a:spcAft>
                <a:spcPts val="0"/>
              </a:spcAft>
              <a:buClr>
                <a:schemeClr val="dk1"/>
              </a:buClr>
              <a:buSzPts val="3600"/>
              <a:buFont typeface="Arial"/>
              <a:buNone/>
              <a:defRPr sz="3600">
                <a:solidFill>
                  <a:schemeClr val="dk1"/>
                </a:solidFill>
              </a:defRPr>
            </a:lvl9pPr>
          </a:lstStyle>
          <a:p/>
        </p:txBody>
      </p:sp>
      <p:sp>
        <p:nvSpPr>
          <p:cNvPr id="27" name="Google Shape;27;p38"/>
          <p:cNvSpPr txBox="1"/>
          <p:nvPr>
            <p:ph idx="12" type="sldNum"/>
          </p:nvPr>
        </p:nvSpPr>
        <p:spPr>
          <a:xfrm>
            <a:off x="8472457" y="4663216"/>
            <a:ext cx="548699"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Title only" type="titleOnly">
  <p:cSld name="TITLE_ONLY">
    <p:spTree>
      <p:nvGrpSpPr>
        <p:cNvPr id="28" name="Shape 28"/>
        <p:cNvGrpSpPr/>
        <p:nvPr/>
      </p:nvGrpSpPr>
      <p:grpSpPr>
        <a:xfrm>
          <a:off x="0" y="0"/>
          <a:ext cx="0" cy="0"/>
          <a:chOff x="0" y="0"/>
          <a:chExt cx="0" cy="0"/>
        </a:xfrm>
      </p:grpSpPr>
      <p:sp>
        <p:nvSpPr>
          <p:cNvPr id="29" name="Google Shape;29;p39"/>
          <p:cNvSpPr txBox="1"/>
          <p:nvPr>
            <p:ph type="title"/>
          </p:nvPr>
        </p:nvSpPr>
        <p:spPr>
          <a:xfrm>
            <a:off x="311700" y="445025"/>
            <a:ext cx="8520599" cy="572699"/>
          </a:xfrm>
          <a:prstGeom prst="rect">
            <a:avLst/>
          </a:prstGeom>
          <a:noFill/>
          <a:ln>
            <a:noFill/>
          </a:ln>
        </p:spPr>
        <p:txBody>
          <a:bodyPr anchorCtr="0" anchor="t" bIns="91425" lIns="91425" spcFirstLastPara="1" rIns="91425" wrap="square" tIns="91425"/>
          <a:lstStyle>
            <a:lvl1pPr lvl="0" marR="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a:spcBef>
                <a:spcPts val="0"/>
              </a:spcBef>
              <a:spcAft>
                <a:spcPts val="0"/>
              </a:spcAft>
              <a:buClr>
                <a:schemeClr val="dk1"/>
              </a:buClr>
              <a:buSzPts val="2800"/>
              <a:buFont typeface="Arial"/>
              <a:buNone/>
              <a:defRPr sz="2800">
                <a:solidFill>
                  <a:schemeClr val="dk1"/>
                </a:solidFill>
              </a:defRPr>
            </a:lvl2pPr>
            <a:lvl3pPr lvl="2">
              <a:spcBef>
                <a:spcPts val="0"/>
              </a:spcBef>
              <a:spcAft>
                <a:spcPts val="0"/>
              </a:spcAft>
              <a:buClr>
                <a:schemeClr val="dk1"/>
              </a:buClr>
              <a:buSzPts val="2800"/>
              <a:buFont typeface="Arial"/>
              <a:buNone/>
              <a:defRPr sz="2800">
                <a:solidFill>
                  <a:schemeClr val="dk1"/>
                </a:solidFill>
              </a:defRPr>
            </a:lvl3pPr>
            <a:lvl4pPr lvl="3">
              <a:spcBef>
                <a:spcPts val="0"/>
              </a:spcBef>
              <a:spcAft>
                <a:spcPts val="0"/>
              </a:spcAft>
              <a:buClr>
                <a:schemeClr val="dk1"/>
              </a:buClr>
              <a:buSzPts val="2800"/>
              <a:buFont typeface="Arial"/>
              <a:buNone/>
              <a:defRPr sz="2800">
                <a:solidFill>
                  <a:schemeClr val="dk1"/>
                </a:solidFill>
              </a:defRPr>
            </a:lvl4pPr>
            <a:lvl5pPr lvl="4">
              <a:spcBef>
                <a:spcPts val="0"/>
              </a:spcBef>
              <a:spcAft>
                <a:spcPts val="0"/>
              </a:spcAft>
              <a:buClr>
                <a:schemeClr val="dk1"/>
              </a:buClr>
              <a:buSzPts val="2800"/>
              <a:buFont typeface="Arial"/>
              <a:buNone/>
              <a:defRPr sz="2800">
                <a:solidFill>
                  <a:schemeClr val="dk1"/>
                </a:solidFill>
              </a:defRPr>
            </a:lvl5pPr>
            <a:lvl6pPr lvl="5">
              <a:spcBef>
                <a:spcPts val="0"/>
              </a:spcBef>
              <a:spcAft>
                <a:spcPts val="0"/>
              </a:spcAft>
              <a:buClr>
                <a:schemeClr val="dk1"/>
              </a:buClr>
              <a:buSzPts val="2800"/>
              <a:buFont typeface="Arial"/>
              <a:buNone/>
              <a:defRPr sz="2800">
                <a:solidFill>
                  <a:schemeClr val="dk1"/>
                </a:solidFill>
              </a:defRPr>
            </a:lvl6pPr>
            <a:lvl7pPr lvl="6">
              <a:spcBef>
                <a:spcPts val="0"/>
              </a:spcBef>
              <a:spcAft>
                <a:spcPts val="0"/>
              </a:spcAft>
              <a:buClr>
                <a:schemeClr val="dk1"/>
              </a:buClr>
              <a:buSzPts val="2800"/>
              <a:buFont typeface="Arial"/>
              <a:buNone/>
              <a:defRPr sz="2800">
                <a:solidFill>
                  <a:schemeClr val="dk1"/>
                </a:solidFill>
              </a:defRPr>
            </a:lvl7pPr>
            <a:lvl8pPr lvl="7">
              <a:spcBef>
                <a:spcPts val="0"/>
              </a:spcBef>
              <a:spcAft>
                <a:spcPts val="0"/>
              </a:spcAft>
              <a:buClr>
                <a:schemeClr val="dk1"/>
              </a:buClr>
              <a:buSzPts val="2800"/>
              <a:buFont typeface="Arial"/>
              <a:buNone/>
              <a:defRPr sz="2800">
                <a:solidFill>
                  <a:schemeClr val="dk1"/>
                </a:solidFill>
              </a:defRPr>
            </a:lvl8pPr>
            <a:lvl9pPr lvl="8">
              <a:spcBef>
                <a:spcPts val="0"/>
              </a:spcBef>
              <a:spcAft>
                <a:spcPts val="0"/>
              </a:spcAft>
              <a:buClr>
                <a:schemeClr val="dk1"/>
              </a:buClr>
              <a:buSzPts val="2800"/>
              <a:buFont typeface="Arial"/>
              <a:buNone/>
              <a:defRPr sz="2800">
                <a:solidFill>
                  <a:schemeClr val="dk1"/>
                </a:solidFill>
              </a:defRPr>
            </a:lvl9pPr>
          </a:lstStyle>
          <a:p/>
        </p:txBody>
      </p:sp>
      <p:sp>
        <p:nvSpPr>
          <p:cNvPr id="30" name="Google Shape;30;p39"/>
          <p:cNvSpPr txBox="1"/>
          <p:nvPr>
            <p:ph idx="12" type="sldNum"/>
          </p:nvPr>
        </p:nvSpPr>
        <p:spPr>
          <a:xfrm>
            <a:off x="8472457" y="4663216"/>
            <a:ext cx="548699"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One column text">
  <p:cSld name="One column text">
    <p:spTree>
      <p:nvGrpSpPr>
        <p:cNvPr id="31" name="Shape 31"/>
        <p:cNvGrpSpPr/>
        <p:nvPr/>
      </p:nvGrpSpPr>
      <p:grpSpPr>
        <a:xfrm>
          <a:off x="0" y="0"/>
          <a:ext cx="0" cy="0"/>
          <a:chOff x="0" y="0"/>
          <a:chExt cx="0" cy="0"/>
        </a:xfrm>
      </p:grpSpPr>
      <p:sp>
        <p:nvSpPr>
          <p:cNvPr id="32" name="Google Shape;32;p40"/>
          <p:cNvSpPr txBox="1"/>
          <p:nvPr>
            <p:ph type="title"/>
          </p:nvPr>
        </p:nvSpPr>
        <p:spPr>
          <a:xfrm>
            <a:off x="311700" y="555600"/>
            <a:ext cx="2807999" cy="755697"/>
          </a:xfrm>
          <a:prstGeom prst="rect">
            <a:avLst/>
          </a:prstGeom>
          <a:noFill/>
          <a:ln>
            <a:noFill/>
          </a:ln>
        </p:spPr>
        <p:txBody>
          <a:bodyPr anchorCtr="0" anchor="b" bIns="91425" lIns="91425" spcFirstLastPara="1" rIns="91425" wrap="square" tIns="91425"/>
          <a:lstStyle>
            <a:lvl1pPr lvl="0" marR="0" algn="l">
              <a:lnSpc>
                <a:spcPct val="100000"/>
              </a:lnSpc>
              <a:spcBef>
                <a:spcPts val="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a:spcBef>
                <a:spcPts val="0"/>
              </a:spcBef>
              <a:spcAft>
                <a:spcPts val="0"/>
              </a:spcAft>
              <a:buClr>
                <a:schemeClr val="dk1"/>
              </a:buClr>
              <a:buSzPts val="2400"/>
              <a:buFont typeface="Arial"/>
              <a:buNone/>
              <a:defRPr sz="2400">
                <a:solidFill>
                  <a:schemeClr val="dk1"/>
                </a:solidFill>
              </a:defRPr>
            </a:lvl2pPr>
            <a:lvl3pPr lvl="2">
              <a:spcBef>
                <a:spcPts val="0"/>
              </a:spcBef>
              <a:spcAft>
                <a:spcPts val="0"/>
              </a:spcAft>
              <a:buClr>
                <a:schemeClr val="dk1"/>
              </a:buClr>
              <a:buSzPts val="2400"/>
              <a:buFont typeface="Arial"/>
              <a:buNone/>
              <a:defRPr sz="2400">
                <a:solidFill>
                  <a:schemeClr val="dk1"/>
                </a:solidFill>
              </a:defRPr>
            </a:lvl3pPr>
            <a:lvl4pPr lvl="3">
              <a:spcBef>
                <a:spcPts val="0"/>
              </a:spcBef>
              <a:spcAft>
                <a:spcPts val="0"/>
              </a:spcAft>
              <a:buClr>
                <a:schemeClr val="dk1"/>
              </a:buClr>
              <a:buSzPts val="2400"/>
              <a:buFont typeface="Arial"/>
              <a:buNone/>
              <a:defRPr sz="2400">
                <a:solidFill>
                  <a:schemeClr val="dk1"/>
                </a:solidFill>
              </a:defRPr>
            </a:lvl4pPr>
            <a:lvl5pPr lvl="4">
              <a:spcBef>
                <a:spcPts val="0"/>
              </a:spcBef>
              <a:spcAft>
                <a:spcPts val="0"/>
              </a:spcAft>
              <a:buClr>
                <a:schemeClr val="dk1"/>
              </a:buClr>
              <a:buSzPts val="2400"/>
              <a:buFont typeface="Arial"/>
              <a:buNone/>
              <a:defRPr sz="2400">
                <a:solidFill>
                  <a:schemeClr val="dk1"/>
                </a:solidFill>
              </a:defRPr>
            </a:lvl5pPr>
            <a:lvl6pPr lvl="5">
              <a:spcBef>
                <a:spcPts val="0"/>
              </a:spcBef>
              <a:spcAft>
                <a:spcPts val="0"/>
              </a:spcAft>
              <a:buClr>
                <a:schemeClr val="dk1"/>
              </a:buClr>
              <a:buSzPts val="2400"/>
              <a:buFont typeface="Arial"/>
              <a:buNone/>
              <a:defRPr sz="2400">
                <a:solidFill>
                  <a:schemeClr val="dk1"/>
                </a:solidFill>
              </a:defRPr>
            </a:lvl6pPr>
            <a:lvl7pPr lvl="6">
              <a:spcBef>
                <a:spcPts val="0"/>
              </a:spcBef>
              <a:spcAft>
                <a:spcPts val="0"/>
              </a:spcAft>
              <a:buClr>
                <a:schemeClr val="dk1"/>
              </a:buClr>
              <a:buSzPts val="2400"/>
              <a:buFont typeface="Arial"/>
              <a:buNone/>
              <a:defRPr sz="2400">
                <a:solidFill>
                  <a:schemeClr val="dk1"/>
                </a:solidFill>
              </a:defRPr>
            </a:lvl7pPr>
            <a:lvl8pPr lvl="7">
              <a:spcBef>
                <a:spcPts val="0"/>
              </a:spcBef>
              <a:spcAft>
                <a:spcPts val="0"/>
              </a:spcAft>
              <a:buClr>
                <a:schemeClr val="dk1"/>
              </a:buClr>
              <a:buSzPts val="2400"/>
              <a:buFont typeface="Arial"/>
              <a:buNone/>
              <a:defRPr sz="2400">
                <a:solidFill>
                  <a:schemeClr val="dk1"/>
                </a:solidFill>
              </a:defRPr>
            </a:lvl8pPr>
            <a:lvl9pPr lvl="8">
              <a:spcBef>
                <a:spcPts val="0"/>
              </a:spcBef>
              <a:spcAft>
                <a:spcPts val="0"/>
              </a:spcAft>
              <a:buClr>
                <a:schemeClr val="dk1"/>
              </a:buClr>
              <a:buSzPts val="2400"/>
              <a:buFont typeface="Arial"/>
              <a:buNone/>
              <a:defRPr sz="2400">
                <a:solidFill>
                  <a:schemeClr val="dk1"/>
                </a:solidFill>
              </a:defRPr>
            </a:lvl9pPr>
          </a:lstStyle>
          <a:p/>
        </p:txBody>
      </p:sp>
      <p:sp>
        <p:nvSpPr>
          <p:cNvPr id="33" name="Google Shape;33;p40"/>
          <p:cNvSpPr txBox="1"/>
          <p:nvPr>
            <p:ph idx="1" type="body"/>
          </p:nvPr>
        </p:nvSpPr>
        <p:spPr>
          <a:xfrm>
            <a:off x="311700" y="1389600"/>
            <a:ext cx="2807999" cy="3179400"/>
          </a:xfrm>
          <a:prstGeom prst="rect">
            <a:avLst/>
          </a:prstGeom>
          <a:noFill/>
          <a:ln>
            <a:noFill/>
          </a:ln>
        </p:spPr>
        <p:txBody>
          <a:bodyPr anchorCtr="0" anchor="t" bIns="91425" lIns="91425" spcFirstLastPara="1" rIns="91425" wrap="square" tIns="91425"/>
          <a:lstStyle>
            <a:lvl1pPr indent="-228600" lvl="0" marL="457200" marR="0" algn="l">
              <a:lnSpc>
                <a:spcPct val="115000"/>
              </a:lnSpc>
              <a:spcBef>
                <a:spcPts val="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1pPr>
            <a:lvl2pPr indent="-228600" lvl="1" marL="914400" marR="0" algn="l">
              <a:lnSpc>
                <a:spcPct val="115000"/>
              </a:lnSpc>
              <a:spcBef>
                <a:spcPts val="1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2pPr>
            <a:lvl3pPr indent="-228600" lvl="2" marL="1371600" marR="0" algn="l">
              <a:lnSpc>
                <a:spcPct val="115000"/>
              </a:lnSpc>
              <a:spcBef>
                <a:spcPts val="1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3pPr>
            <a:lvl4pPr indent="-228600" lvl="3" marL="1828800" marR="0" algn="l">
              <a:lnSpc>
                <a:spcPct val="115000"/>
              </a:lnSpc>
              <a:spcBef>
                <a:spcPts val="1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4pPr>
            <a:lvl5pPr indent="-228600" lvl="4" marL="2286000" marR="0" algn="l">
              <a:lnSpc>
                <a:spcPct val="115000"/>
              </a:lnSpc>
              <a:spcBef>
                <a:spcPts val="1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5pPr>
            <a:lvl6pPr indent="-228600" lvl="5" marL="2743200" marR="0" algn="l">
              <a:lnSpc>
                <a:spcPct val="115000"/>
              </a:lnSpc>
              <a:spcBef>
                <a:spcPts val="1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6pPr>
            <a:lvl7pPr indent="-228600" lvl="6" marL="3200400" marR="0" algn="l">
              <a:lnSpc>
                <a:spcPct val="115000"/>
              </a:lnSpc>
              <a:spcBef>
                <a:spcPts val="1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7pPr>
            <a:lvl8pPr indent="-228600" lvl="7" marL="3657600" marR="0" algn="l">
              <a:lnSpc>
                <a:spcPct val="115000"/>
              </a:lnSpc>
              <a:spcBef>
                <a:spcPts val="1600"/>
              </a:spcBef>
              <a:spcAft>
                <a:spcPts val="0"/>
              </a:spcAft>
              <a:buClr>
                <a:schemeClr val="dk2"/>
              </a:buClr>
              <a:buSzPts val="1200"/>
              <a:buFont typeface="Arial"/>
              <a:buNone/>
              <a:defRPr b="0" i="0" sz="1200" u="none" cap="none" strike="noStrike">
                <a:solidFill>
                  <a:schemeClr val="dk2"/>
                </a:solidFill>
                <a:latin typeface="Arial"/>
                <a:ea typeface="Arial"/>
                <a:cs typeface="Arial"/>
                <a:sym typeface="Arial"/>
              </a:defRPr>
            </a:lvl8pPr>
            <a:lvl9pPr indent="-228600" lvl="8" marL="4114800" marR="0" algn="l">
              <a:lnSpc>
                <a:spcPct val="115000"/>
              </a:lnSpc>
              <a:spcBef>
                <a:spcPts val="1600"/>
              </a:spcBef>
              <a:spcAft>
                <a:spcPts val="1600"/>
              </a:spcAft>
              <a:buClr>
                <a:schemeClr val="dk2"/>
              </a:buClr>
              <a:buSzPts val="1200"/>
              <a:buFont typeface="Arial"/>
              <a:buNone/>
              <a:defRPr b="0" i="0" sz="1200" u="none" cap="none" strike="noStrike">
                <a:solidFill>
                  <a:schemeClr val="dk2"/>
                </a:solidFill>
                <a:latin typeface="Arial"/>
                <a:ea typeface="Arial"/>
                <a:cs typeface="Arial"/>
                <a:sym typeface="Arial"/>
              </a:defRPr>
            </a:lvl9pPr>
          </a:lstStyle>
          <a:p/>
        </p:txBody>
      </p:sp>
      <p:sp>
        <p:nvSpPr>
          <p:cNvPr id="34" name="Google Shape;34;p40"/>
          <p:cNvSpPr txBox="1"/>
          <p:nvPr>
            <p:ph idx="12" type="sldNum"/>
          </p:nvPr>
        </p:nvSpPr>
        <p:spPr>
          <a:xfrm>
            <a:off x="8472457" y="4663216"/>
            <a:ext cx="548699"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Section title and description">
  <p:cSld name="Section title and description">
    <p:spTree>
      <p:nvGrpSpPr>
        <p:cNvPr id="35" name="Shape 35"/>
        <p:cNvGrpSpPr/>
        <p:nvPr/>
      </p:nvGrpSpPr>
      <p:grpSpPr>
        <a:xfrm>
          <a:off x="0" y="0"/>
          <a:ext cx="0" cy="0"/>
          <a:chOff x="0" y="0"/>
          <a:chExt cx="0" cy="0"/>
        </a:xfrm>
      </p:grpSpPr>
      <p:sp>
        <p:nvSpPr>
          <p:cNvPr id="36" name="Google Shape;36;p41"/>
          <p:cNvSpPr/>
          <p:nvPr/>
        </p:nvSpPr>
        <p:spPr>
          <a:xfrm>
            <a:off x="4572000" y="-125"/>
            <a:ext cx="4572000" cy="5143499"/>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41"/>
          <p:cNvSpPr txBox="1"/>
          <p:nvPr>
            <p:ph type="title"/>
          </p:nvPr>
        </p:nvSpPr>
        <p:spPr>
          <a:xfrm>
            <a:off x="265500" y="1233175"/>
            <a:ext cx="4045197" cy="1482300"/>
          </a:xfrm>
          <a:prstGeom prst="rect">
            <a:avLst/>
          </a:prstGeom>
          <a:noFill/>
          <a:ln>
            <a:noFill/>
          </a:ln>
        </p:spPr>
        <p:txBody>
          <a:bodyPr anchorCtr="0" anchor="b" bIns="91425" lIns="91425" spcFirstLastPara="1" rIns="91425" wrap="square" tIns="91425"/>
          <a:lstStyle>
            <a:lvl1pPr lvl="0" marR="0" algn="ctr">
              <a:lnSpc>
                <a:spcPct val="100000"/>
              </a:lnSpc>
              <a:spcBef>
                <a:spcPts val="0"/>
              </a:spcBef>
              <a:spcAft>
                <a:spcPts val="0"/>
              </a:spcAft>
              <a:buClr>
                <a:schemeClr val="dk1"/>
              </a:buClr>
              <a:buSzPts val="4200"/>
              <a:buFont typeface="Arial"/>
              <a:buNone/>
              <a:defRPr b="0" i="0" sz="4200" u="none" cap="none" strike="noStrike">
                <a:solidFill>
                  <a:schemeClr val="dk1"/>
                </a:solidFill>
                <a:latin typeface="Arial"/>
                <a:ea typeface="Arial"/>
                <a:cs typeface="Arial"/>
                <a:sym typeface="Arial"/>
              </a:defRPr>
            </a:lvl1pPr>
            <a:lvl2pPr lvl="1" algn="ctr">
              <a:spcBef>
                <a:spcPts val="0"/>
              </a:spcBef>
              <a:spcAft>
                <a:spcPts val="0"/>
              </a:spcAft>
              <a:buClr>
                <a:schemeClr val="dk1"/>
              </a:buClr>
              <a:buSzPts val="4200"/>
              <a:buFont typeface="Arial"/>
              <a:buNone/>
              <a:defRPr sz="4200">
                <a:solidFill>
                  <a:schemeClr val="dk1"/>
                </a:solidFill>
              </a:defRPr>
            </a:lvl2pPr>
            <a:lvl3pPr lvl="2" algn="ctr">
              <a:spcBef>
                <a:spcPts val="0"/>
              </a:spcBef>
              <a:spcAft>
                <a:spcPts val="0"/>
              </a:spcAft>
              <a:buClr>
                <a:schemeClr val="dk1"/>
              </a:buClr>
              <a:buSzPts val="4200"/>
              <a:buFont typeface="Arial"/>
              <a:buNone/>
              <a:defRPr sz="4200">
                <a:solidFill>
                  <a:schemeClr val="dk1"/>
                </a:solidFill>
              </a:defRPr>
            </a:lvl3pPr>
            <a:lvl4pPr lvl="3" algn="ctr">
              <a:spcBef>
                <a:spcPts val="0"/>
              </a:spcBef>
              <a:spcAft>
                <a:spcPts val="0"/>
              </a:spcAft>
              <a:buClr>
                <a:schemeClr val="dk1"/>
              </a:buClr>
              <a:buSzPts val="4200"/>
              <a:buFont typeface="Arial"/>
              <a:buNone/>
              <a:defRPr sz="4200">
                <a:solidFill>
                  <a:schemeClr val="dk1"/>
                </a:solidFill>
              </a:defRPr>
            </a:lvl4pPr>
            <a:lvl5pPr lvl="4" algn="ctr">
              <a:spcBef>
                <a:spcPts val="0"/>
              </a:spcBef>
              <a:spcAft>
                <a:spcPts val="0"/>
              </a:spcAft>
              <a:buClr>
                <a:schemeClr val="dk1"/>
              </a:buClr>
              <a:buSzPts val="4200"/>
              <a:buFont typeface="Arial"/>
              <a:buNone/>
              <a:defRPr sz="4200">
                <a:solidFill>
                  <a:schemeClr val="dk1"/>
                </a:solidFill>
              </a:defRPr>
            </a:lvl5pPr>
            <a:lvl6pPr lvl="5" algn="ctr">
              <a:spcBef>
                <a:spcPts val="0"/>
              </a:spcBef>
              <a:spcAft>
                <a:spcPts val="0"/>
              </a:spcAft>
              <a:buClr>
                <a:schemeClr val="dk1"/>
              </a:buClr>
              <a:buSzPts val="4200"/>
              <a:buFont typeface="Arial"/>
              <a:buNone/>
              <a:defRPr sz="4200">
                <a:solidFill>
                  <a:schemeClr val="dk1"/>
                </a:solidFill>
              </a:defRPr>
            </a:lvl6pPr>
            <a:lvl7pPr lvl="6" algn="ctr">
              <a:spcBef>
                <a:spcPts val="0"/>
              </a:spcBef>
              <a:spcAft>
                <a:spcPts val="0"/>
              </a:spcAft>
              <a:buClr>
                <a:schemeClr val="dk1"/>
              </a:buClr>
              <a:buSzPts val="4200"/>
              <a:buFont typeface="Arial"/>
              <a:buNone/>
              <a:defRPr sz="4200">
                <a:solidFill>
                  <a:schemeClr val="dk1"/>
                </a:solidFill>
              </a:defRPr>
            </a:lvl7pPr>
            <a:lvl8pPr lvl="7" algn="ctr">
              <a:spcBef>
                <a:spcPts val="0"/>
              </a:spcBef>
              <a:spcAft>
                <a:spcPts val="0"/>
              </a:spcAft>
              <a:buClr>
                <a:schemeClr val="dk1"/>
              </a:buClr>
              <a:buSzPts val="4200"/>
              <a:buFont typeface="Arial"/>
              <a:buNone/>
              <a:defRPr sz="4200">
                <a:solidFill>
                  <a:schemeClr val="dk1"/>
                </a:solidFill>
              </a:defRPr>
            </a:lvl8pPr>
            <a:lvl9pPr lvl="8" algn="ctr">
              <a:spcBef>
                <a:spcPts val="0"/>
              </a:spcBef>
              <a:spcAft>
                <a:spcPts val="0"/>
              </a:spcAft>
              <a:buClr>
                <a:schemeClr val="dk1"/>
              </a:buClr>
              <a:buSzPts val="4200"/>
              <a:buFont typeface="Arial"/>
              <a:buNone/>
              <a:defRPr sz="4200">
                <a:solidFill>
                  <a:schemeClr val="dk1"/>
                </a:solidFill>
              </a:defRPr>
            </a:lvl9pPr>
          </a:lstStyle>
          <a:p/>
        </p:txBody>
      </p:sp>
      <p:sp>
        <p:nvSpPr>
          <p:cNvPr id="38" name="Google Shape;38;p41"/>
          <p:cNvSpPr txBox="1"/>
          <p:nvPr>
            <p:ph idx="1" type="subTitle"/>
          </p:nvPr>
        </p:nvSpPr>
        <p:spPr>
          <a:xfrm>
            <a:off x="265500" y="2803075"/>
            <a:ext cx="4045197" cy="1235100"/>
          </a:xfrm>
          <a:prstGeom prst="rect">
            <a:avLst/>
          </a:prstGeom>
          <a:noFill/>
          <a:ln>
            <a:noFill/>
          </a:ln>
        </p:spPr>
        <p:txBody>
          <a:bodyPr anchorCtr="0" anchor="t" bIns="91425" lIns="91425" spcFirstLastPara="1" rIns="91425" wrap="square" tIns="91425"/>
          <a:lstStyle>
            <a:lvl1pPr lvl="0"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1pPr>
            <a:lvl2pPr lvl="1"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2pPr>
            <a:lvl3pPr lvl="2"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3pPr>
            <a:lvl4pPr lvl="3"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4pPr>
            <a:lvl5pPr lvl="4"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5pPr>
            <a:lvl6pPr lvl="5"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6pPr>
            <a:lvl7pPr lvl="6"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7pPr>
            <a:lvl8pPr lvl="7"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8pPr>
            <a:lvl9pPr lvl="8" marR="0" algn="ctr">
              <a:lnSpc>
                <a:spcPct val="100000"/>
              </a:lnSpc>
              <a:spcBef>
                <a:spcPts val="0"/>
              </a:spcBef>
              <a:spcAft>
                <a:spcPts val="0"/>
              </a:spcAft>
              <a:buClr>
                <a:schemeClr val="dk2"/>
              </a:buClr>
              <a:buSzPts val="2100"/>
              <a:buFont typeface="Arial"/>
              <a:buNone/>
              <a:defRPr b="0" i="0" sz="2100" u="none" cap="none" strike="noStrike">
                <a:solidFill>
                  <a:schemeClr val="dk2"/>
                </a:solidFill>
                <a:latin typeface="Arial"/>
                <a:ea typeface="Arial"/>
                <a:cs typeface="Arial"/>
                <a:sym typeface="Arial"/>
              </a:defRPr>
            </a:lvl9pPr>
          </a:lstStyle>
          <a:p/>
        </p:txBody>
      </p:sp>
      <p:sp>
        <p:nvSpPr>
          <p:cNvPr id="39" name="Google Shape;39;p41"/>
          <p:cNvSpPr txBox="1"/>
          <p:nvPr>
            <p:ph idx="2" type="body"/>
          </p:nvPr>
        </p:nvSpPr>
        <p:spPr>
          <a:xfrm>
            <a:off x="4939500" y="724075"/>
            <a:ext cx="3837000" cy="3695099"/>
          </a:xfrm>
          <a:prstGeom prst="rect">
            <a:avLst/>
          </a:prstGeom>
          <a:noFill/>
          <a:ln>
            <a:noFill/>
          </a:ln>
        </p:spPr>
        <p:txBody>
          <a:bodyPr anchorCtr="0" anchor="ctr" bIns="91425" lIns="91425" spcFirstLastPara="1" rIns="91425" wrap="square" tIns="91425"/>
          <a:lstStyle>
            <a:lvl1pPr indent="-228600" lvl="0" marL="457200" marR="0" algn="l">
              <a:lnSpc>
                <a:spcPct val="115000"/>
              </a:lnSpc>
              <a:spcBef>
                <a:spcPts val="0"/>
              </a:spcBef>
              <a:spcAft>
                <a:spcPts val="0"/>
              </a:spcAft>
              <a:buClr>
                <a:schemeClr val="dk2"/>
              </a:buClr>
              <a:buSzPts val="1800"/>
              <a:buFont typeface="Arial"/>
              <a:buNone/>
              <a:defRPr b="0" i="0" sz="1800" u="none" cap="none" strike="noStrike">
                <a:solidFill>
                  <a:schemeClr val="dk2"/>
                </a:solidFill>
                <a:latin typeface="Arial"/>
                <a:ea typeface="Arial"/>
                <a:cs typeface="Arial"/>
                <a:sym typeface="Arial"/>
              </a:defRPr>
            </a:lvl1pPr>
            <a:lvl2pPr indent="-228600" lvl="1" marL="914400" marR="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2pPr>
            <a:lvl3pPr indent="-228600" lvl="2" marL="1371600" marR="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3pPr>
            <a:lvl4pPr indent="-228600" lvl="3" marL="1828800" marR="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4pPr>
            <a:lvl5pPr indent="-228600" lvl="4" marL="2286000" marR="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5pPr>
            <a:lvl6pPr indent="-228600" lvl="5" marL="2743200" marR="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6pPr>
            <a:lvl7pPr indent="-228600" lvl="6" marL="3200400" marR="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7pPr>
            <a:lvl8pPr indent="-228600" lvl="7" marL="3657600" marR="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8pPr>
            <a:lvl9pPr indent="-228600" lvl="8" marL="4114800" marR="0" algn="l">
              <a:lnSpc>
                <a:spcPct val="115000"/>
              </a:lnSpc>
              <a:spcBef>
                <a:spcPts val="1600"/>
              </a:spcBef>
              <a:spcAft>
                <a:spcPts val="1600"/>
              </a:spcAft>
              <a:buClr>
                <a:schemeClr val="dk2"/>
              </a:buClr>
              <a:buSzPts val="1400"/>
              <a:buFont typeface="Arial"/>
              <a:buNone/>
              <a:defRPr b="0" i="0" sz="1400" u="none" cap="none" strike="noStrike">
                <a:solidFill>
                  <a:schemeClr val="dk2"/>
                </a:solidFill>
                <a:latin typeface="Arial"/>
                <a:ea typeface="Arial"/>
                <a:cs typeface="Arial"/>
                <a:sym typeface="Arial"/>
              </a:defRPr>
            </a:lvl9pPr>
          </a:lstStyle>
          <a:p/>
        </p:txBody>
      </p:sp>
      <p:sp>
        <p:nvSpPr>
          <p:cNvPr id="40" name="Google Shape;40;p41"/>
          <p:cNvSpPr txBox="1"/>
          <p:nvPr>
            <p:ph idx="12" type="sldNum"/>
          </p:nvPr>
        </p:nvSpPr>
        <p:spPr>
          <a:xfrm>
            <a:off x="8472457" y="4663216"/>
            <a:ext cx="548699"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Caption">
  <p:cSld name="Caption">
    <p:spTree>
      <p:nvGrpSpPr>
        <p:cNvPr id="41" name="Shape 41"/>
        <p:cNvGrpSpPr/>
        <p:nvPr/>
      </p:nvGrpSpPr>
      <p:grpSpPr>
        <a:xfrm>
          <a:off x="0" y="0"/>
          <a:ext cx="0" cy="0"/>
          <a:chOff x="0" y="0"/>
          <a:chExt cx="0" cy="0"/>
        </a:xfrm>
      </p:grpSpPr>
      <p:sp>
        <p:nvSpPr>
          <p:cNvPr id="42" name="Google Shape;42;p4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lstStyle>
            <a:lvl1pPr indent="-228600" lvl="0" marL="457200" marR="0" algn="l">
              <a:lnSpc>
                <a:spcPct val="100000"/>
              </a:lnSpc>
              <a:spcBef>
                <a:spcPts val="0"/>
              </a:spcBef>
              <a:spcAft>
                <a:spcPts val="0"/>
              </a:spcAft>
              <a:buClr>
                <a:schemeClr val="dk2"/>
              </a:buClr>
              <a:buSzPts val="1800"/>
              <a:buFont typeface="Arial"/>
              <a:buNone/>
              <a:defRPr b="0" i="0" sz="1800" u="none" cap="none" strike="noStrike">
                <a:solidFill>
                  <a:schemeClr val="dk2"/>
                </a:solidFill>
                <a:latin typeface="Arial"/>
                <a:ea typeface="Arial"/>
                <a:cs typeface="Arial"/>
                <a:sym typeface="Arial"/>
              </a:defRPr>
            </a:lvl1pPr>
            <a:lvl2pPr indent="-228600" lvl="1" marL="914400" marR="0" algn="l">
              <a:lnSpc>
                <a:spcPct val="115000"/>
              </a:lnSpc>
              <a:spcBef>
                <a:spcPts val="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2pPr>
            <a:lvl3pPr indent="-228600" lvl="2" marL="1371600" marR="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3pPr>
            <a:lvl4pPr indent="-228600" lvl="3" marL="1828800" marR="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4pPr>
            <a:lvl5pPr indent="-228600" lvl="4" marL="2286000" marR="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5pPr>
            <a:lvl6pPr indent="-228600" lvl="5" marL="2743200" marR="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6pPr>
            <a:lvl7pPr indent="-228600" lvl="6" marL="3200400" marR="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7pPr>
            <a:lvl8pPr indent="-228600" lvl="7" marL="3657600" marR="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8pPr>
            <a:lvl9pPr indent="-228600" lvl="8" marL="4114800" marR="0" algn="l">
              <a:lnSpc>
                <a:spcPct val="115000"/>
              </a:lnSpc>
              <a:spcBef>
                <a:spcPts val="1600"/>
              </a:spcBef>
              <a:spcAft>
                <a:spcPts val="1600"/>
              </a:spcAft>
              <a:buClr>
                <a:schemeClr val="dk2"/>
              </a:buClr>
              <a:buSzPts val="1400"/>
              <a:buFont typeface="Arial"/>
              <a:buNone/>
              <a:defRPr b="0" i="0" sz="1400" u="none" cap="none" strike="noStrike">
                <a:solidFill>
                  <a:schemeClr val="dk2"/>
                </a:solidFill>
                <a:latin typeface="Arial"/>
                <a:ea typeface="Arial"/>
                <a:cs typeface="Arial"/>
                <a:sym typeface="Arial"/>
              </a:defRPr>
            </a:lvl9pPr>
          </a:lstStyle>
          <a:p/>
        </p:txBody>
      </p:sp>
      <p:sp>
        <p:nvSpPr>
          <p:cNvPr id="43" name="Google Shape;43;p42"/>
          <p:cNvSpPr txBox="1"/>
          <p:nvPr>
            <p:ph idx="12" type="sldNum"/>
          </p:nvPr>
        </p:nvSpPr>
        <p:spPr>
          <a:xfrm>
            <a:off x="8472457" y="4663216"/>
            <a:ext cx="548699"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ig number">
  <p:cSld name="Big number">
    <p:spTree>
      <p:nvGrpSpPr>
        <p:cNvPr id="44" name="Shape 44"/>
        <p:cNvGrpSpPr/>
        <p:nvPr/>
      </p:nvGrpSpPr>
      <p:grpSpPr>
        <a:xfrm>
          <a:off x="0" y="0"/>
          <a:ext cx="0" cy="0"/>
          <a:chOff x="0" y="0"/>
          <a:chExt cx="0" cy="0"/>
        </a:xfrm>
      </p:grpSpPr>
      <p:sp>
        <p:nvSpPr>
          <p:cNvPr id="45" name="Google Shape;45;p43"/>
          <p:cNvSpPr txBox="1"/>
          <p:nvPr>
            <p:ph type="title"/>
          </p:nvPr>
        </p:nvSpPr>
        <p:spPr>
          <a:xfrm>
            <a:off x="311700" y="1106125"/>
            <a:ext cx="8520599" cy="1963500"/>
          </a:xfrm>
          <a:prstGeom prst="rect">
            <a:avLst/>
          </a:prstGeom>
          <a:noFill/>
          <a:ln>
            <a:noFill/>
          </a:ln>
        </p:spPr>
        <p:txBody>
          <a:bodyPr anchorCtr="0" anchor="b" bIns="91425" lIns="91425" spcFirstLastPara="1" rIns="91425" wrap="square" tIns="91425"/>
          <a:lstStyle>
            <a:lvl1pPr lvl="0" marR="0" algn="ctr">
              <a:lnSpc>
                <a:spcPct val="100000"/>
              </a:lnSpc>
              <a:spcBef>
                <a:spcPts val="0"/>
              </a:spcBef>
              <a:spcAft>
                <a:spcPts val="0"/>
              </a:spcAft>
              <a:buClr>
                <a:schemeClr val="dk1"/>
              </a:buClr>
              <a:buSzPts val="12000"/>
              <a:buFont typeface="Arial"/>
              <a:buNone/>
              <a:defRPr b="0" i="0" sz="12000" u="none" cap="none" strike="noStrike">
                <a:solidFill>
                  <a:schemeClr val="dk1"/>
                </a:solidFill>
                <a:latin typeface="Arial"/>
                <a:ea typeface="Arial"/>
                <a:cs typeface="Arial"/>
                <a:sym typeface="Arial"/>
              </a:defRPr>
            </a:lvl1pPr>
            <a:lvl2pPr lvl="1" algn="ctr">
              <a:spcBef>
                <a:spcPts val="0"/>
              </a:spcBef>
              <a:spcAft>
                <a:spcPts val="0"/>
              </a:spcAft>
              <a:buClr>
                <a:schemeClr val="dk1"/>
              </a:buClr>
              <a:buSzPts val="12000"/>
              <a:buFont typeface="Arial"/>
              <a:buNone/>
              <a:defRPr sz="12000">
                <a:solidFill>
                  <a:schemeClr val="dk1"/>
                </a:solidFill>
              </a:defRPr>
            </a:lvl2pPr>
            <a:lvl3pPr lvl="2" algn="ctr">
              <a:spcBef>
                <a:spcPts val="0"/>
              </a:spcBef>
              <a:spcAft>
                <a:spcPts val="0"/>
              </a:spcAft>
              <a:buClr>
                <a:schemeClr val="dk1"/>
              </a:buClr>
              <a:buSzPts val="12000"/>
              <a:buFont typeface="Arial"/>
              <a:buNone/>
              <a:defRPr sz="12000">
                <a:solidFill>
                  <a:schemeClr val="dk1"/>
                </a:solidFill>
              </a:defRPr>
            </a:lvl3pPr>
            <a:lvl4pPr lvl="3" algn="ctr">
              <a:spcBef>
                <a:spcPts val="0"/>
              </a:spcBef>
              <a:spcAft>
                <a:spcPts val="0"/>
              </a:spcAft>
              <a:buClr>
                <a:schemeClr val="dk1"/>
              </a:buClr>
              <a:buSzPts val="12000"/>
              <a:buFont typeface="Arial"/>
              <a:buNone/>
              <a:defRPr sz="12000">
                <a:solidFill>
                  <a:schemeClr val="dk1"/>
                </a:solidFill>
              </a:defRPr>
            </a:lvl4pPr>
            <a:lvl5pPr lvl="4" algn="ctr">
              <a:spcBef>
                <a:spcPts val="0"/>
              </a:spcBef>
              <a:spcAft>
                <a:spcPts val="0"/>
              </a:spcAft>
              <a:buClr>
                <a:schemeClr val="dk1"/>
              </a:buClr>
              <a:buSzPts val="12000"/>
              <a:buFont typeface="Arial"/>
              <a:buNone/>
              <a:defRPr sz="12000">
                <a:solidFill>
                  <a:schemeClr val="dk1"/>
                </a:solidFill>
              </a:defRPr>
            </a:lvl5pPr>
            <a:lvl6pPr lvl="5" algn="ctr">
              <a:spcBef>
                <a:spcPts val="0"/>
              </a:spcBef>
              <a:spcAft>
                <a:spcPts val="0"/>
              </a:spcAft>
              <a:buClr>
                <a:schemeClr val="dk1"/>
              </a:buClr>
              <a:buSzPts val="12000"/>
              <a:buFont typeface="Arial"/>
              <a:buNone/>
              <a:defRPr sz="12000">
                <a:solidFill>
                  <a:schemeClr val="dk1"/>
                </a:solidFill>
              </a:defRPr>
            </a:lvl6pPr>
            <a:lvl7pPr lvl="6" algn="ctr">
              <a:spcBef>
                <a:spcPts val="0"/>
              </a:spcBef>
              <a:spcAft>
                <a:spcPts val="0"/>
              </a:spcAft>
              <a:buClr>
                <a:schemeClr val="dk1"/>
              </a:buClr>
              <a:buSzPts val="12000"/>
              <a:buFont typeface="Arial"/>
              <a:buNone/>
              <a:defRPr sz="12000">
                <a:solidFill>
                  <a:schemeClr val="dk1"/>
                </a:solidFill>
              </a:defRPr>
            </a:lvl7pPr>
            <a:lvl8pPr lvl="7" algn="ctr">
              <a:spcBef>
                <a:spcPts val="0"/>
              </a:spcBef>
              <a:spcAft>
                <a:spcPts val="0"/>
              </a:spcAft>
              <a:buClr>
                <a:schemeClr val="dk1"/>
              </a:buClr>
              <a:buSzPts val="12000"/>
              <a:buFont typeface="Arial"/>
              <a:buNone/>
              <a:defRPr sz="12000">
                <a:solidFill>
                  <a:schemeClr val="dk1"/>
                </a:solidFill>
              </a:defRPr>
            </a:lvl8pPr>
            <a:lvl9pPr lvl="8" algn="ctr">
              <a:spcBef>
                <a:spcPts val="0"/>
              </a:spcBef>
              <a:spcAft>
                <a:spcPts val="0"/>
              </a:spcAft>
              <a:buClr>
                <a:schemeClr val="dk1"/>
              </a:buClr>
              <a:buSzPts val="12000"/>
              <a:buFont typeface="Arial"/>
              <a:buNone/>
              <a:defRPr sz="12000">
                <a:solidFill>
                  <a:schemeClr val="dk1"/>
                </a:solidFill>
              </a:defRPr>
            </a:lvl9pPr>
          </a:lstStyle>
          <a:p/>
        </p:txBody>
      </p:sp>
      <p:sp>
        <p:nvSpPr>
          <p:cNvPr id="46" name="Google Shape;46;p43"/>
          <p:cNvSpPr txBox="1"/>
          <p:nvPr>
            <p:ph idx="1" type="body"/>
          </p:nvPr>
        </p:nvSpPr>
        <p:spPr>
          <a:xfrm>
            <a:off x="311700" y="3152225"/>
            <a:ext cx="8520599" cy="1300800"/>
          </a:xfrm>
          <a:prstGeom prst="rect">
            <a:avLst/>
          </a:prstGeom>
          <a:noFill/>
          <a:ln>
            <a:noFill/>
          </a:ln>
        </p:spPr>
        <p:txBody>
          <a:bodyPr anchorCtr="0" anchor="t" bIns="91425" lIns="91425" spcFirstLastPara="1" rIns="91425" wrap="square" tIns="91425"/>
          <a:lstStyle>
            <a:lvl1pPr indent="-228600" lvl="0" marL="457200" marR="0" algn="ctr">
              <a:lnSpc>
                <a:spcPct val="115000"/>
              </a:lnSpc>
              <a:spcBef>
                <a:spcPts val="0"/>
              </a:spcBef>
              <a:spcAft>
                <a:spcPts val="0"/>
              </a:spcAft>
              <a:buClr>
                <a:schemeClr val="dk2"/>
              </a:buClr>
              <a:buSzPts val="1800"/>
              <a:buFont typeface="Arial"/>
              <a:buNone/>
              <a:defRPr b="0" i="0" sz="1800" u="none" cap="none" strike="noStrike">
                <a:solidFill>
                  <a:schemeClr val="dk2"/>
                </a:solidFill>
                <a:latin typeface="Arial"/>
                <a:ea typeface="Arial"/>
                <a:cs typeface="Arial"/>
                <a:sym typeface="Arial"/>
              </a:defRPr>
            </a:lvl1pPr>
            <a:lvl2pPr indent="-228600" lvl="1" marL="914400" marR="0" algn="ctr">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2pPr>
            <a:lvl3pPr indent="-228600" lvl="2" marL="1371600" marR="0" algn="ctr">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3pPr>
            <a:lvl4pPr indent="-228600" lvl="3" marL="1828800" marR="0" algn="ctr">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4pPr>
            <a:lvl5pPr indent="-228600" lvl="4" marL="2286000" marR="0" algn="ctr">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5pPr>
            <a:lvl6pPr indent="-228600" lvl="5" marL="2743200" marR="0" algn="ctr">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6pPr>
            <a:lvl7pPr indent="-228600" lvl="6" marL="3200400" marR="0" algn="ctr">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7pPr>
            <a:lvl8pPr indent="-228600" lvl="7" marL="3657600" marR="0" algn="ctr">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8pPr>
            <a:lvl9pPr indent="-228600" lvl="8" marL="4114800" marR="0" algn="ctr">
              <a:lnSpc>
                <a:spcPct val="115000"/>
              </a:lnSpc>
              <a:spcBef>
                <a:spcPts val="1600"/>
              </a:spcBef>
              <a:spcAft>
                <a:spcPts val="1600"/>
              </a:spcAft>
              <a:buClr>
                <a:schemeClr val="dk2"/>
              </a:buClr>
              <a:buSzPts val="1400"/>
              <a:buFont typeface="Arial"/>
              <a:buNone/>
              <a:defRPr b="0" i="0" sz="1400" u="none" cap="none" strike="noStrike">
                <a:solidFill>
                  <a:schemeClr val="dk2"/>
                </a:solidFill>
                <a:latin typeface="Arial"/>
                <a:ea typeface="Arial"/>
                <a:cs typeface="Arial"/>
                <a:sym typeface="Arial"/>
              </a:defRPr>
            </a:lvl9pPr>
          </a:lstStyle>
          <a:p/>
        </p:txBody>
      </p:sp>
      <p:sp>
        <p:nvSpPr>
          <p:cNvPr id="47" name="Google Shape;47;p43"/>
          <p:cNvSpPr txBox="1"/>
          <p:nvPr>
            <p:ph idx="12" type="sldNum"/>
          </p:nvPr>
        </p:nvSpPr>
        <p:spPr>
          <a:xfrm>
            <a:off x="8472457" y="4663216"/>
            <a:ext cx="548699"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matchingName="Blank" type="blank">
  <p:cSld name="BLANK">
    <p:spTree>
      <p:nvGrpSpPr>
        <p:cNvPr id="48" name="Shape 48"/>
        <p:cNvGrpSpPr/>
        <p:nvPr/>
      </p:nvGrpSpPr>
      <p:grpSpPr>
        <a:xfrm>
          <a:off x="0" y="0"/>
          <a:ext cx="0" cy="0"/>
          <a:chOff x="0" y="0"/>
          <a:chExt cx="0" cy="0"/>
        </a:xfrm>
      </p:grpSpPr>
      <p:sp>
        <p:nvSpPr>
          <p:cNvPr id="49" name="Google Shape;49;p44"/>
          <p:cNvSpPr txBox="1"/>
          <p:nvPr>
            <p:ph idx="12" type="sldNum"/>
          </p:nvPr>
        </p:nvSpPr>
        <p:spPr>
          <a:xfrm>
            <a:off x="8472457" y="4663216"/>
            <a:ext cx="548699" cy="393600"/>
          </a:xfrm>
          <a:prstGeom prst="rect">
            <a:avLst/>
          </a:prstGeom>
          <a:noFill/>
          <a:ln>
            <a:noFill/>
          </a:ln>
        </p:spPr>
        <p:txBody>
          <a:bodyPr anchorCtr="0" anchor="ctr" bIns="91425" lIns="91425" spcFirstLastPara="1" rIns="91425" wrap="square" tIns="91425">
            <a:noAutofit/>
          </a:bodyPr>
          <a:lstStyle>
            <a:lvl1pPr indent="0" lvl="0"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1pPr>
            <a:lvl2pPr indent="0" lvl="1"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2pPr>
            <a:lvl3pPr indent="0" lvl="2"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3pPr>
            <a:lvl4pPr indent="0" lvl="3"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4pPr>
            <a:lvl5pPr indent="0" lvl="4"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5pPr>
            <a:lvl6pPr indent="0" lvl="5"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6pPr>
            <a:lvl7pPr indent="0" lvl="6"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7pPr>
            <a:lvl8pPr indent="0" lvl="7"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8pPr>
            <a:lvl9pPr indent="0" lvl="8" marL="0" marR="0" algn="l">
              <a:lnSpc>
                <a:spcPct val="100000"/>
              </a:lnSpc>
              <a:spcBef>
                <a:spcPts val="0"/>
              </a:spcBef>
              <a:spcAft>
                <a:spcPts val="0"/>
              </a:spcAft>
              <a:buClr>
                <a:srgbClr val="000000"/>
              </a:buClr>
              <a:buSzPts val="350"/>
              <a:buFont typeface="Arial"/>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chemeClr val="lt1"/>
        </a:solidFill>
      </p:bgPr>
    </p:bg>
    <p:spTree>
      <p:nvGrpSpPr>
        <p:cNvPr id="5" name="Shape 5"/>
        <p:cNvGrpSpPr/>
        <p:nvPr/>
      </p:nvGrpSpPr>
      <p:grpSpPr>
        <a:xfrm>
          <a:off x="0" y="0"/>
          <a:ext cx="0" cy="0"/>
          <a:chOff x="0" y="0"/>
          <a:chExt cx="0" cy="0"/>
        </a:xfrm>
      </p:grpSpPr>
      <p:sp>
        <p:nvSpPr>
          <p:cNvPr id="6" name="Google Shape;6;p33"/>
          <p:cNvSpPr txBox="1"/>
          <p:nvPr>
            <p:ph type="title"/>
          </p:nvPr>
        </p:nvSpPr>
        <p:spPr>
          <a:xfrm>
            <a:off x="311700" y="445025"/>
            <a:ext cx="8520599" cy="572699"/>
          </a:xfrm>
          <a:prstGeom prst="rect">
            <a:avLst/>
          </a:prstGeom>
          <a:noFill/>
          <a:ln>
            <a:noFill/>
          </a:ln>
        </p:spPr>
        <p:txBody>
          <a:bodyPr anchorCtr="0" anchor="t" bIns="91425" lIns="91425" spcFirstLastPara="1" rIns="91425" wrap="square" tIns="91425"/>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a:spcBef>
                <a:spcPts val="0"/>
              </a:spcBef>
              <a:spcAft>
                <a:spcPts val="0"/>
              </a:spcAft>
              <a:buClr>
                <a:schemeClr val="dk1"/>
              </a:buClr>
              <a:buSzPts val="2800"/>
              <a:buFont typeface="Arial"/>
              <a:buNone/>
              <a:defRPr sz="2800">
                <a:solidFill>
                  <a:schemeClr val="dk1"/>
                </a:solidFill>
              </a:defRPr>
            </a:lvl2pPr>
            <a:lvl3pPr lvl="2">
              <a:spcBef>
                <a:spcPts val="0"/>
              </a:spcBef>
              <a:spcAft>
                <a:spcPts val="0"/>
              </a:spcAft>
              <a:buClr>
                <a:schemeClr val="dk1"/>
              </a:buClr>
              <a:buSzPts val="2800"/>
              <a:buFont typeface="Arial"/>
              <a:buNone/>
              <a:defRPr sz="2800">
                <a:solidFill>
                  <a:schemeClr val="dk1"/>
                </a:solidFill>
              </a:defRPr>
            </a:lvl3pPr>
            <a:lvl4pPr lvl="3">
              <a:spcBef>
                <a:spcPts val="0"/>
              </a:spcBef>
              <a:spcAft>
                <a:spcPts val="0"/>
              </a:spcAft>
              <a:buClr>
                <a:schemeClr val="dk1"/>
              </a:buClr>
              <a:buSzPts val="2800"/>
              <a:buFont typeface="Arial"/>
              <a:buNone/>
              <a:defRPr sz="2800">
                <a:solidFill>
                  <a:schemeClr val="dk1"/>
                </a:solidFill>
              </a:defRPr>
            </a:lvl4pPr>
            <a:lvl5pPr lvl="4">
              <a:spcBef>
                <a:spcPts val="0"/>
              </a:spcBef>
              <a:spcAft>
                <a:spcPts val="0"/>
              </a:spcAft>
              <a:buClr>
                <a:schemeClr val="dk1"/>
              </a:buClr>
              <a:buSzPts val="2800"/>
              <a:buFont typeface="Arial"/>
              <a:buNone/>
              <a:defRPr sz="2800">
                <a:solidFill>
                  <a:schemeClr val="dk1"/>
                </a:solidFill>
              </a:defRPr>
            </a:lvl5pPr>
            <a:lvl6pPr lvl="5">
              <a:spcBef>
                <a:spcPts val="0"/>
              </a:spcBef>
              <a:spcAft>
                <a:spcPts val="0"/>
              </a:spcAft>
              <a:buClr>
                <a:schemeClr val="dk1"/>
              </a:buClr>
              <a:buSzPts val="2800"/>
              <a:buFont typeface="Arial"/>
              <a:buNone/>
              <a:defRPr sz="2800">
                <a:solidFill>
                  <a:schemeClr val="dk1"/>
                </a:solidFill>
              </a:defRPr>
            </a:lvl6pPr>
            <a:lvl7pPr lvl="6">
              <a:spcBef>
                <a:spcPts val="0"/>
              </a:spcBef>
              <a:spcAft>
                <a:spcPts val="0"/>
              </a:spcAft>
              <a:buClr>
                <a:schemeClr val="dk1"/>
              </a:buClr>
              <a:buSzPts val="2800"/>
              <a:buFont typeface="Arial"/>
              <a:buNone/>
              <a:defRPr sz="2800">
                <a:solidFill>
                  <a:schemeClr val="dk1"/>
                </a:solidFill>
              </a:defRPr>
            </a:lvl7pPr>
            <a:lvl8pPr lvl="7">
              <a:spcBef>
                <a:spcPts val="0"/>
              </a:spcBef>
              <a:spcAft>
                <a:spcPts val="0"/>
              </a:spcAft>
              <a:buClr>
                <a:schemeClr val="dk1"/>
              </a:buClr>
              <a:buSzPts val="2800"/>
              <a:buFont typeface="Arial"/>
              <a:buNone/>
              <a:defRPr sz="2800">
                <a:solidFill>
                  <a:schemeClr val="dk1"/>
                </a:solidFill>
              </a:defRPr>
            </a:lvl8pPr>
            <a:lvl9pPr lvl="8">
              <a:spcBef>
                <a:spcPts val="0"/>
              </a:spcBef>
              <a:spcAft>
                <a:spcPts val="0"/>
              </a:spcAft>
              <a:buClr>
                <a:schemeClr val="dk1"/>
              </a:buClr>
              <a:buSzPts val="2800"/>
              <a:buFont typeface="Arial"/>
              <a:buNone/>
              <a:defRPr sz="2800">
                <a:solidFill>
                  <a:schemeClr val="dk1"/>
                </a:solidFill>
              </a:defRPr>
            </a:lvl9pPr>
          </a:lstStyle>
          <a:p/>
        </p:txBody>
      </p:sp>
      <p:sp>
        <p:nvSpPr>
          <p:cNvPr id="7" name="Google Shape;7;p33"/>
          <p:cNvSpPr txBox="1"/>
          <p:nvPr>
            <p:ph idx="1" type="body"/>
          </p:nvPr>
        </p:nvSpPr>
        <p:spPr>
          <a:xfrm>
            <a:off x="311700" y="1152475"/>
            <a:ext cx="8520599" cy="3416400"/>
          </a:xfrm>
          <a:prstGeom prst="rect">
            <a:avLst/>
          </a:prstGeom>
          <a:noFill/>
          <a:ln>
            <a:noFill/>
          </a:ln>
        </p:spPr>
        <p:txBody>
          <a:bodyPr anchorCtr="0" anchor="t" bIns="91425" lIns="91425" spcFirstLastPara="1" rIns="91425" wrap="square" tIns="91425"/>
          <a:lstStyle>
            <a:lvl1pPr indent="-228600" lvl="0" marL="457200" marR="0" rtl="0" algn="l">
              <a:lnSpc>
                <a:spcPct val="115000"/>
              </a:lnSpc>
              <a:spcBef>
                <a:spcPts val="0"/>
              </a:spcBef>
              <a:spcAft>
                <a:spcPts val="0"/>
              </a:spcAft>
              <a:buClr>
                <a:schemeClr val="dk2"/>
              </a:buClr>
              <a:buSzPts val="1800"/>
              <a:buFont typeface="Arial"/>
              <a:buNone/>
              <a:defRPr b="0" i="0" sz="1800" u="none" cap="none" strike="noStrike">
                <a:solidFill>
                  <a:schemeClr val="dk2"/>
                </a:solidFill>
                <a:latin typeface="Arial"/>
                <a:ea typeface="Arial"/>
                <a:cs typeface="Arial"/>
                <a:sym typeface="Arial"/>
              </a:defRPr>
            </a:lvl1pPr>
            <a:lvl2pPr indent="-228600" lvl="1" marL="9144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2pPr>
            <a:lvl3pPr indent="-228600" lvl="2" marL="13716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3pPr>
            <a:lvl4pPr indent="-228600" lvl="3" marL="18288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4pPr>
            <a:lvl5pPr indent="-228600" lvl="4" marL="22860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5pPr>
            <a:lvl6pPr indent="-228600" lvl="5" marL="27432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6pPr>
            <a:lvl7pPr indent="-228600" lvl="6" marL="32004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7pPr>
            <a:lvl8pPr indent="-228600" lvl="7" marL="3657600" marR="0" rtl="0" algn="l">
              <a:lnSpc>
                <a:spcPct val="115000"/>
              </a:lnSpc>
              <a:spcBef>
                <a:spcPts val="1600"/>
              </a:spcBef>
              <a:spcAft>
                <a:spcPts val="0"/>
              </a:spcAft>
              <a:buClr>
                <a:schemeClr val="dk2"/>
              </a:buClr>
              <a:buSzPts val="1400"/>
              <a:buFont typeface="Arial"/>
              <a:buNone/>
              <a:defRPr b="0" i="0" sz="1400" u="none" cap="none" strike="noStrike">
                <a:solidFill>
                  <a:schemeClr val="dk2"/>
                </a:solidFill>
                <a:latin typeface="Arial"/>
                <a:ea typeface="Arial"/>
                <a:cs typeface="Arial"/>
                <a:sym typeface="Arial"/>
              </a:defRPr>
            </a:lvl8pPr>
            <a:lvl9pPr indent="-228600" lvl="8" marL="4114800" marR="0" rtl="0" algn="l">
              <a:lnSpc>
                <a:spcPct val="115000"/>
              </a:lnSpc>
              <a:spcBef>
                <a:spcPts val="1600"/>
              </a:spcBef>
              <a:spcAft>
                <a:spcPts val="1600"/>
              </a:spcAft>
              <a:buClr>
                <a:schemeClr val="dk2"/>
              </a:buClr>
              <a:buSzPts val="1400"/>
              <a:buFont typeface="Arial"/>
              <a:buNone/>
              <a:defRPr b="0" i="0" sz="1400" u="none" cap="none" strike="noStrike">
                <a:solidFill>
                  <a:schemeClr val="dk2"/>
                </a:solidFill>
                <a:latin typeface="Arial"/>
                <a:ea typeface="Arial"/>
                <a:cs typeface="Arial"/>
                <a:sym typeface="Arial"/>
              </a:defRPr>
            </a:lvl9pPr>
          </a:lstStyle>
          <a:p/>
        </p:txBody>
      </p:sp>
      <p:sp>
        <p:nvSpPr>
          <p:cNvPr id="8" name="Google Shape;8;p33"/>
          <p:cNvSpPr txBox="1"/>
          <p:nvPr>
            <p:ph idx="12" type="sldNum"/>
          </p:nvPr>
        </p:nvSpPr>
        <p:spPr>
          <a:xfrm>
            <a:off x="8472457" y="4663216"/>
            <a:ext cx="548699"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chemeClr val="dk2"/>
              </a:buClr>
              <a:buSzPts val="25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chemeClr val="dk2"/>
              </a:buClr>
              <a:buSzPts val="25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chemeClr val="dk2"/>
              </a:buClr>
              <a:buSzPts val="25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chemeClr val="dk2"/>
              </a:buClr>
              <a:buSzPts val="25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chemeClr val="dk2"/>
              </a:buClr>
              <a:buSzPts val="25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chemeClr val="dk2"/>
              </a:buClr>
              <a:buSzPts val="25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chemeClr val="dk2"/>
              </a:buClr>
              <a:buSzPts val="25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chemeClr val="dk2"/>
              </a:buClr>
              <a:buSzPts val="25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chemeClr val="dk2"/>
              </a:buClr>
              <a:buSzPts val="25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hyperlink" Target="https://en.m.wikipedia.org/wiki/Help:IPA/English" TargetMode="External"/><Relationship Id="rId4" Type="http://schemas.openxmlformats.org/officeDocument/2006/relationships/hyperlink" Target="https://en.m.wikipedia.org/wiki/Help:IPA/English" TargetMode="External"/><Relationship Id="rId5" Type="http://schemas.openxmlformats.org/officeDocument/2006/relationships/hyperlink" Target="https://en.m.wikipedia.org/wiki/JavaScript" TargetMode="External"/><Relationship Id="rId6" Type="http://schemas.openxmlformats.org/officeDocument/2006/relationships/hyperlink" Target="https://en.m.wikipedia.org/wiki/JavaScript" TargetMode="External"/><Relationship Id="rId7" Type="http://schemas.openxmlformats.org/officeDocument/2006/relationships/hyperlink" Target="https://en.m.wikipedia.org/wiki/XML" TargetMode="External"/><Relationship Id="rId8" Type="http://schemas.openxmlformats.org/officeDocument/2006/relationships/hyperlink" Target="https://en.m.wikipedia.org/wiki/XML"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hyperlink" Target="https://en.m.wikipedia.org/wiki/Web_development" TargetMode="External"/><Relationship Id="rId4" Type="http://schemas.openxmlformats.org/officeDocument/2006/relationships/hyperlink" Target="https://en.m.wikipedia.org/wiki/Web_development" TargetMode="External"/><Relationship Id="rId10" Type="http://schemas.openxmlformats.org/officeDocument/2006/relationships/hyperlink" Target="https://en.m.wikipedia.org/wiki/Web_application" TargetMode="External"/><Relationship Id="rId9" Type="http://schemas.openxmlformats.org/officeDocument/2006/relationships/hyperlink" Target="https://en.m.wikipedia.org/wiki/Web_application" TargetMode="External"/><Relationship Id="rId5" Type="http://schemas.openxmlformats.org/officeDocument/2006/relationships/hyperlink" Target="https://en.m.wikipedia.org/wiki/Client_side" TargetMode="External"/><Relationship Id="rId6" Type="http://schemas.openxmlformats.org/officeDocument/2006/relationships/hyperlink" Target="https://en.m.wikipedia.org/wiki/Client_side" TargetMode="External"/><Relationship Id="rId7" Type="http://schemas.openxmlformats.org/officeDocument/2006/relationships/hyperlink" Target="https://en.m.wikipedia.org/wiki/Asynchronous_I/O" TargetMode="External"/><Relationship Id="rId8" Type="http://schemas.openxmlformats.org/officeDocument/2006/relationships/hyperlink" Target="https://en.m.wikipedia.org/wiki/Asynchronous_I/O"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hyperlink" Target="https://en.m.wikipedia.org/wiki/Web_development" TargetMode="External"/><Relationship Id="rId4" Type="http://schemas.openxmlformats.org/officeDocument/2006/relationships/hyperlink" Target="https://en.m.wikipedia.org/wiki/Web_development" TargetMode="External"/><Relationship Id="rId10" Type="http://schemas.openxmlformats.org/officeDocument/2006/relationships/hyperlink" Target="https://en.m.wikipedia.org/wiki/Web_application" TargetMode="External"/><Relationship Id="rId9" Type="http://schemas.openxmlformats.org/officeDocument/2006/relationships/hyperlink" Target="https://en.m.wikipedia.org/wiki/Web_application" TargetMode="External"/><Relationship Id="rId5" Type="http://schemas.openxmlformats.org/officeDocument/2006/relationships/hyperlink" Target="https://en.m.wikipedia.org/wiki/Client_side" TargetMode="External"/><Relationship Id="rId6" Type="http://schemas.openxmlformats.org/officeDocument/2006/relationships/hyperlink" Target="https://en.m.wikipedia.org/wiki/Client_side" TargetMode="External"/><Relationship Id="rId7" Type="http://schemas.openxmlformats.org/officeDocument/2006/relationships/hyperlink" Target="https://en.m.wikipedia.org/wiki/Asynchronous_I/O" TargetMode="External"/><Relationship Id="rId8" Type="http://schemas.openxmlformats.org/officeDocument/2006/relationships/hyperlink" Target="https://en.m.wikipedia.org/wiki/Asynchronous_I/O"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en.m.wikipedia.org/wiki/Web_server" TargetMode="External"/><Relationship Id="rId4" Type="http://schemas.openxmlformats.org/officeDocument/2006/relationships/hyperlink" Target="https://en.m.wikipedia.org/wiki/Web_server"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www.w3schools.com/jquery/jquery_get_started.asp"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hyperlink" Target="http://www.w3schools.com/jquery/jquery_get_started.asp"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20" Type="http://schemas.openxmlformats.org/officeDocument/2006/relationships/hyperlink" Target="https://en.wikipedia.org/wiki/Ajax_(programming)" TargetMode="External"/><Relationship Id="rId22" Type="http://schemas.openxmlformats.org/officeDocument/2006/relationships/hyperlink" Target="https://en.wikipedia.org/wiki/Language-independent_specification" TargetMode="External"/><Relationship Id="rId21" Type="http://schemas.openxmlformats.org/officeDocument/2006/relationships/hyperlink" Target="https://en.wikipedia.org/wiki/JSON#cite_note-2" TargetMode="External"/><Relationship Id="rId24" Type="http://schemas.openxmlformats.org/officeDocument/2006/relationships/hyperlink" Target="https://en.wikipedia.org/wiki/JavaScript" TargetMode="External"/><Relationship Id="rId23" Type="http://schemas.openxmlformats.org/officeDocument/2006/relationships/hyperlink" Target="https://en.wikipedia.org/wiki/Language-independent_specification" TargetMode="External"/><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hyperlink" Target="https://en.wikipedia.org/wiki/Help:IPA/English" TargetMode="External"/><Relationship Id="rId4" Type="http://schemas.openxmlformats.org/officeDocument/2006/relationships/hyperlink" Target="https://en.wikipedia.org/wiki/Open_standard" TargetMode="External"/><Relationship Id="rId9" Type="http://schemas.openxmlformats.org/officeDocument/2006/relationships/hyperlink" Target="https://en.wikipedia.org/wiki/Human-readable_medium" TargetMode="External"/><Relationship Id="rId26" Type="http://schemas.openxmlformats.org/officeDocument/2006/relationships/hyperlink" Target="https://en.wikipedia.org/wiki/Programming_language" TargetMode="External"/><Relationship Id="rId25" Type="http://schemas.openxmlformats.org/officeDocument/2006/relationships/hyperlink" Target="https://en.wikipedia.org/wiki/JavaScript" TargetMode="External"/><Relationship Id="rId28" Type="http://schemas.openxmlformats.org/officeDocument/2006/relationships/hyperlink" Target="https://en.wikipedia.org/wiki/Parsing" TargetMode="External"/><Relationship Id="rId27" Type="http://schemas.openxmlformats.org/officeDocument/2006/relationships/hyperlink" Target="https://en.wikipedia.org/wiki/Programming_language" TargetMode="External"/><Relationship Id="rId5" Type="http://schemas.openxmlformats.org/officeDocument/2006/relationships/hyperlink" Target="https://en.wikipedia.org/wiki/Open_standard" TargetMode="External"/><Relationship Id="rId6" Type="http://schemas.openxmlformats.org/officeDocument/2006/relationships/hyperlink" Target="https://en.wikipedia.org/wiki/File_format" TargetMode="External"/><Relationship Id="rId29" Type="http://schemas.openxmlformats.org/officeDocument/2006/relationships/hyperlink" Target="https://en.wikipedia.org/wiki/Parsing" TargetMode="External"/><Relationship Id="rId7" Type="http://schemas.openxmlformats.org/officeDocument/2006/relationships/hyperlink" Target="https://en.wikipedia.org/wiki/File_format" TargetMode="External"/><Relationship Id="rId8" Type="http://schemas.openxmlformats.org/officeDocument/2006/relationships/hyperlink" Target="https://en.wikipedia.org/wiki/Human-readable_medium" TargetMode="External"/><Relationship Id="rId31" Type="http://schemas.openxmlformats.org/officeDocument/2006/relationships/hyperlink" Target="https://en.wikipedia.org/wiki/Media_type" TargetMode="External"/><Relationship Id="rId30" Type="http://schemas.openxmlformats.org/officeDocument/2006/relationships/hyperlink" Target="https://en.wikipedia.org/wiki/Media_type" TargetMode="External"/><Relationship Id="rId11" Type="http://schemas.openxmlformats.org/officeDocument/2006/relationships/hyperlink" Target="https://en.wikipedia.org/wiki/Attribute%E2%80%93value_pair" TargetMode="External"/><Relationship Id="rId10" Type="http://schemas.openxmlformats.org/officeDocument/2006/relationships/hyperlink" Target="https://en.wikipedia.org/wiki/Attribute%E2%80%93value_pair" TargetMode="External"/><Relationship Id="rId13" Type="http://schemas.openxmlformats.org/officeDocument/2006/relationships/hyperlink" Target="https://en.wikipedia.org/wiki/Array_data_type" TargetMode="External"/><Relationship Id="rId12" Type="http://schemas.openxmlformats.org/officeDocument/2006/relationships/hyperlink" Target="https://en.wikipedia.org/wiki/Array_data_type" TargetMode="External"/><Relationship Id="rId15" Type="http://schemas.openxmlformats.org/officeDocument/2006/relationships/hyperlink" Target="https://en.wikipedia.org/wiki/Serialization" TargetMode="External"/><Relationship Id="rId14" Type="http://schemas.openxmlformats.org/officeDocument/2006/relationships/hyperlink" Target="https://en.wikipedia.org/wiki/Serialization" TargetMode="External"/><Relationship Id="rId17" Type="http://schemas.openxmlformats.org/officeDocument/2006/relationships/hyperlink" Target="https://en.wikipedia.org/wiki/Data" TargetMode="External"/><Relationship Id="rId16" Type="http://schemas.openxmlformats.org/officeDocument/2006/relationships/hyperlink" Target="https://en.wikipedia.org/wiki/Data" TargetMode="External"/><Relationship Id="rId19" Type="http://schemas.openxmlformats.org/officeDocument/2006/relationships/hyperlink" Target="https://en.wikipedia.org/wiki/Asynchronous_I/O" TargetMode="External"/><Relationship Id="rId18" Type="http://schemas.openxmlformats.org/officeDocument/2006/relationships/hyperlink" Target="https://en.wikipedia.org/wiki/Asynchronous_I/O"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www.w3schools.com/jquery/jquery_get_started.asp"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hyperlink" Target="http://www.w3schools.com/jquery/jquery_get_started.asp"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hyperlink" Target="http://www.w3schools.com/jquery/jquery_get_started.asp"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www.php.net/manual/en/function.json-encode.php"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s://www.php.net/manual/en/function.json-decode.php"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hyperlink" Target="http://api.jquery.com/jquery.ajax/" TargetMode="External"/><Relationship Id="rId4" Type="http://schemas.openxmlformats.org/officeDocument/2006/relationships/hyperlink" Target="http://www.w3schools.com/jquery/jquery_get_started.asp"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53" name="Shape 53"/>
        <p:cNvGrpSpPr/>
        <p:nvPr/>
      </p:nvGrpSpPr>
      <p:grpSpPr>
        <a:xfrm>
          <a:off x="0" y="0"/>
          <a:ext cx="0" cy="0"/>
          <a:chOff x="0" y="0"/>
          <a:chExt cx="0" cy="0"/>
        </a:xfrm>
      </p:grpSpPr>
      <p:sp>
        <p:nvSpPr>
          <p:cNvPr id="54" name="Google Shape;54;p1"/>
          <p:cNvSpPr/>
          <p:nvPr/>
        </p:nvSpPr>
        <p:spPr>
          <a:xfrm>
            <a:off x="-24225" y="2850900"/>
            <a:ext cx="9168299" cy="2292599"/>
          </a:xfrm>
          <a:prstGeom prst="rect">
            <a:avLst/>
          </a:prstGeom>
          <a:solidFill>
            <a:srgbClr val="8BC34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 name="Google Shape;55;p1"/>
          <p:cNvSpPr txBox="1"/>
          <p:nvPr>
            <p:ph type="ctrTitle"/>
          </p:nvPr>
        </p:nvSpPr>
        <p:spPr>
          <a:xfrm>
            <a:off x="311708" y="744575"/>
            <a:ext cx="8520599" cy="2052599"/>
          </a:xfrm>
          <a:prstGeom prst="rect">
            <a:avLst/>
          </a:prstGeom>
          <a:noFill/>
          <a:ln>
            <a:noFill/>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chemeClr val="dk1"/>
              </a:buClr>
              <a:buSzPts val="900"/>
              <a:buFont typeface="Syncopate"/>
              <a:buNone/>
            </a:pPr>
            <a:r>
              <a:rPr b="1" i="0" lang="en" sz="2400" u="none" cap="none" strike="noStrike">
                <a:solidFill>
                  <a:srgbClr val="8BC34A"/>
                </a:solidFill>
                <a:latin typeface="Syncopate"/>
                <a:ea typeface="Syncopate"/>
                <a:cs typeface="Syncopate"/>
                <a:sym typeface="Syncopate"/>
              </a:rPr>
              <a:t>web разработка</a:t>
            </a:r>
            <a:endParaRPr sz="2400"/>
          </a:p>
        </p:txBody>
      </p:sp>
      <p:sp>
        <p:nvSpPr>
          <p:cNvPr id="56" name="Google Shape;56;p1"/>
          <p:cNvSpPr txBox="1"/>
          <p:nvPr>
            <p:ph idx="1" type="subTitle"/>
          </p:nvPr>
        </p:nvSpPr>
        <p:spPr>
          <a:xfrm>
            <a:off x="311700" y="2834125"/>
            <a:ext cx="8520599" cy="792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chemeClr val="dk2"/>
              </a:buClr>
              <a:buSzPts val="750"/>
              <a:buFont typeface="Arial"/>
              <a:buNone/>
            </a:pPr>
            <a:r>
              <a:rPr b="1" lang="en" sz="3600">
                <a:solidFill>
                  <a:srgbClr val="FFFFFF"/>
                </a:solidFill>
              </a:rPr>
              <a:t>AJAX</a:t>
            </a:r>
            <a:endParaRPr sz="3600"/>
          </a:p>
        </p:txBody>
      </p:sp>
      <p:pic>
        <p:nvPicPr>
          <p:cNvPr id="57" name="Google Shape;57;p1"/>
          <p:cNvPicPr preferRelativeResize="0"/>
          <p:nvPr/>
        </p:nvPicPr>
        <p:blipFill rotWithShape="1">
          <a:blip r:embed="rId3">
            <a:alphaModFix/>
          </a:blip>
          <a:srcRect b="0" l="0" r="0" t="0"/>
          <a:stretch/>
        </p:blipFill>
        <p:spPr>
          <a:xfrm>
            <a:off x="3081359" y="497375"/>
            <a:ext cx="2981276" cy="1249624"/>
          </a:xfrm>
          <a:prstGeom prst="rect">
            <a:avLst/>
          </a:prstGeom>
          <a:noFill/>
          <a:ln>
            <a:noFill/>
          </a:ln>
        </p:spPr>
      </p:pic>
      <p:sp>
        <p:nvSpPr>
          <p:cNvPr id="58" name="Google Shape;58;p1"/>
          <p:cNvSpPr txBox="1"/>
          <p:nvPr/>
        </p:nvSpPr>
        <p:spPr>
          <a:xfrm>
            <a:off x="-60750" y="4860300"/>
            <a:ext cx="9265500" cy="2832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CCCCCC"/>
              </a:buClr>
              <a:buSzPts val="350"/>
              <a:buFont typeface="Arial"/>
              <a:buNone/>
            </a:pPr>
            <a:r>
              <a:rPr b="1" i="0" lang="en" sz="1400" u="none" cap="none" strike="noStrike">
                <a:solidFill>
                  <a:srgbClr val="CCCCCC"/>
                </a:solidFill>
                <a:latin typeface="Arial"/>
                <a:ea typeface="Arial"/>
                <a:cs typeface="Arial"/>
                <a:sym typeface="Arial"/>
              </a:rPr>
              <a:t>МИЛЕНА ТОМОВА - НПО ВРАЦА СОФТУЕР ОБЩЕСТВО - КУРС WEB РАЗРАБОТКА- 11.201</a:t>
            </a:r>
            <a:r>
              <a:rPr b="1" lang="en">
                <a:solidFill>
                  <a:srgbClr val="CCCCCC"/>
                </a:solidFill>
              </a:rPr>
              <a:t>8</a:t>
            </a:r>
            <a:r>
              <a:rPr b="1" i="0" lang="en" sz="1400" u="none" cap="none" strike="noStrike">
                <a:solidFill>
                  <a:srgbClr val="CCCCCC"/>
                </a:solidFill>
                <a:latin typeface="Arial"/>
                <a:ea typeface="Arial"/>
                <a:cs typeface="Arial"/>
                <a:sym typeface="Arial"/>
              </a:rPr>
              <a:t> - ВЕРСИЯ </a:t>
            </a:r>
            <a:r>
              <a:rPr b="1" lang="en">
                <a:solidFill>
                  <a:srgbClr val="CCCCCC"/>
                </a:solidFill>
              </a:rPr>
              <a:t>6</a:t>
            </a:r>
            <a:endParaRPr b="1" i="0" sz="1400" u="none" cap="none" strike="noStrike">
              <a:solidFill>
                <a:srgbClr val="CCCCCC"/>
              </a:solidFill>
              <a:latin typeface="Arial"/>
              <a:ea typeface="Arial"/>
              <a:cs typeface="Arial"/>
              <a:sym typeface="Arial"/>
            </a:endParaRPr>
          </a:p>
        </p:txBody>
      </p:sp>
    </p:spTree>
  </p:cSld>
  <p:clrMapOvr>
    <a:masterClrMapping/>
  </p:clrMapOvr>
  <p:transition spd="slow">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62" name="Shape 62"/>
        <p:cNvGrpSpPr/>
        <p:nvPr/>
      </p:nvGrpSpPr>
      <p:grpSpPr>
        <a:xfrm>
          <a:off x="0" y="0"/>
          <a:ext cx="0" cy="0"/>
          <a:chOff x="0" y="0"/>
          <a:chExt cx="0" cy="0"/>
        </a:xfrm>
      </p:grpSpPr>
      <p:sp>
        <p:nvSpPr>
          <p:cNvPr id="63" name="Google Shape;63;p2"/>
          <p:cNvSpPr/>
          <p:nvPr/>
        </p:nvSpPr>
        <p:spPr>
          <a:xfrm>
            <a:off x="0" y="0"/>
            <a:ext cx="9144000" cy="764398"/>
          </a:xfrm>
          <a:prstGeom prst="rect">
            <a:avLst/>
          </a:prstGeom>
          <a:solidFill>
            <a:srgbClr val="8BC34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2"/>
          <p:cNvSpPr txBox="1"/>
          <p:nvPr>
            <p:ph idx="1" type="body"/>
          </p:nvPr>
        </p:nvSpPr>
        <p:spPr>
          <a:xfrm>
            <a:off x="311700" y="1125675"/>
            <a:ext cx="8520599" cy="34164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15000"/>
              </a:lnSpc>
              <a:spcBef>
                <a:spcPts val="0"/>
              </a:spcBef>
              <a:spcAft>
                <a:spcPts val="0"/>
              </a:spcAft>
              <a:buClr>
                <a:srgbClr val="434343"/>
              </a:buClr>
              <a:buSzPts val="1400"/>
              <a:buChar char="●"/>
            </a:pPr>
            <a:r>
              <a:rPr lang="en" sz="1400">
                <a:solidFill>
                  <a:srgbClr val="434343"/>
                </a:solidFill>
              </a:rPr>
              <a:t>AJAX?</a:t>
            </a:r>
            <a:endParaRPr sz="1400">
              <a:solidFill>
                <a:srgbClr val="434343"/>
              </a:solidFill>
            </a:endParaRPr>
          </a:p>
          <a:p>
            <a:pPr indent="-317500" lvl="0" marL="457200" marR="0" rtl="0" algn="l">
              <a:lnSpc>
                <a:spcPct val="115000"/>
              </a:lnSpc>
              <a:spcBef>
                <a:spcPts val="0"/>
              </a:spcBef>
              <a:spcAft>
                <a:spcPts val="0"/>
              </a:spcAft>
              <a:buClr>
                <a:srgbClr val="434343"/>
              </a:buClr>
              <a:buSzPts val="1400"/>
              <a:buChar char="●"/>
            </a:pPr>
            <a:r>
              <a:rPr lang="en" sz="1400">
                <a:solidFill>
                  <a:srgbClr val="434343"/>
                </a:solidFill>
              </a:rPr>
              <a:t>AJAX &amp; jQuery</a:t>
            </a:r>
            <a:endParaRPr sz="1400">
              <a:solidFill>
                <a:srgbClr val="434343"/>
              </a:solidFill>
            </a:endParaRPr>
          </a:p>
          <a:p>
            <a:pPr indent="-317500" lvl="1" marL="914400" rtl="0" algn="l">
              <a:spcBef>
                <a:spcPts val="0"/>
              </a:spcBef>
              <a:spcAft>
                <a:spcPts val="0"/>
              </a:spcAft>
              <a:buClr>
                <a:srgbClr val="434343"/>
              </a:buClr>
              <a:buSzPts val="1400"/>
              <a:buChar char="○"/>
            </a:pPr>
            <a:r>
              <a:rPr lang="en" sz="1400">
                <a:solidFill>
                  <a:srgbClr val="434343"/>
                </a:solidFill>
              </a:rPr>
              <a:t>Loading Simple Data</a:t>
            </a:r>
            <a:endParaRPr sz="1400">
              <a:solidFill>
                <a:srgbClr val="434343"/>
              </a:solidFill>
            </a:endParaRPr>
          </a:p>
          <a:p>
            <a:pPr indent="-317500" lvl="1" marL="914400" rtl="0" algn="l">
              <a:spcBef>
                <a:spcPts val="0"/>
              </a:spcBef>
              <a:spcAft>
                <a:spcPts val="0"/>
              </a:spcAft>
              <a:buClr>
                <a:srgbClr val="434343"/>
              </a:buClr>
              <a:buSzPts val="1400"/>
              <a:buChar char="○"/>
            </a:pPr>
            <a:r>
              <a:rPr lang="en" sz="1400">
                <a:solidFill>
                  <a:srgbClr val="434343"/>
                </a:solidFill>
              </a:rPr>
              <a:t>Getting JSON Data</a:t>
            </a:r>
            <a:endParaRPr sz="1400">
              <a:solidFill>
                <a:srgbClr val="434343"/>
              </a:solidFill>
            </a:endParaRPr>
          </a:p>
          <a:p>
            <a:pPr indent="-317500" lvl="2" marL="1371600" rtl="0" algn="l">
              <a:spcBef>
                <a:spcPts val="0"/>
              </a:spcBef>
              <a:spcAft>
                <a:spcPts val="0"/>
              </a:spcAft>
              <a:buClr>
                <a:srgbClr val="434343"/>
              </a:buClr>
              <a:buSzPts val="1400"/>
              <a:buChar char="■"/>
            </a:pPr>
            <a:r>
              <a:rPr lang="en" sz="1400">
                <a:solidFill>
                  <a:srgbClr val="434343"/>
                </a:solidFill>
              </a:rPr>
              <a:t>JSON</a:t>
            </a:r>
            <a:endParaRPr sz="1400">
              <a:solidFill>
                <a:srgbClr val="434343"/>
              </a:solidFill>
            </a:endParaRPr>
          </a:p>
          <a:p>
            <a:pPr indent="-317500" lvl="1" marL="914400" rtl="0" algn="l">
              <a:spcBef>
                <a:spcPts val="0"/>
              </a:spcBef>
              <a:spcAft>
                <a:spcPts val="0"/>
              </a:spcAft>
              <a:buClr>
                <a:srgbClr val="434343"/>
              </a:buClr>
              <a:buSzPts val="1400"/>
              <a:buChar char="○"/>
            </a:pPr>
            <a:r>
              <a:rPr lang="en" sz="1400">
                <a:solidFill>
                  <a:srgbClr val="434343"/>
                </a:solidFill>
              </a:rPr>
              <a:t>Passing Data to the Server</a:t>
            </a:r>
            <a:endParaRPr sz="1400">
              <a:solidFill>
                <a:srgbClr val="434343"/>
              </a:solidFill>
            </a:endParaRPr>
          </a:p>
          <a:p>
            <a:pPr indent="-317500" lvl="2" marL="1371600" rtl="0" algn="l">
              <a:spcBef>
                <a:spcPts val="0"/>
              </a:spcBef>
              <a:spcAft>
                <a:spcPts val="0"/>
              </a:spcAft>
              <a:buClr>
                <a:srgbClr val="434343"/>
              </a:buClr>
              <a:buSzPts val="1400"/>
              <a:buChar char="■"/>
            </a:pPr>
            <a:r>
              <a:rPr lang="en">
                <a:solidFill>
                  <a:srgbClr val="434343"/>
                </a:solidFill>
              </a:rPr>
              <a:t>PHP &amp; JSON</a:t>
            </a:r>
            <a:endParaRPr>
              <a:solidFill>
                <a:srgbClr val="434343"/>
              </a:solidFill>
            </a:endParaRPr>
          </a:p>
          <a:p>
            <a:pPr indent="0" lvl="0" marL="457200" rtl="0" algn="l">
              <a:spcBef>
                <a:spcPts val="1800"/>
              </a:spcBef>
              <a:spcAft>
                <a:spcPts val="400"/>
              </a:spcAft>
              <a:buNone/>
            </a:pPr>
            <a:r>
              <a:t/>
            </a:r>
            <a:endParaRPr sz="1400">
              <a:solidFill>
                <a:srgbClr val="434343"/>
              </a:solidFill>
            </a:endParaRPr>
          </a:p>
        </p:txBody>
      </p:sp>
      <p:sp>
        <p:nvSpPr>
          <p:cNvPr id="65" name="Google Shape;65;p2"/>
          <p:cNvSpPr txBox="1"/>
          <p:nvPr/>
        </p:nvSpPr>
        <p:spPr>
          <a:xfrm>
            <a:off x="0" y="30300"/>
            <a:ext cx="6805500" cy="703798"/>
          </a:xfrm>
          <a:prstGeom prst="rect">
            <a:avLst/>
          </a:prstGeom>
          <a:noFill/>
          <a:ln>
            <a:noFill/>
          </a:ln>
        </p:spPr>
        <p:txBody>
          <a:bodyPr anchorCtr="0" anchor="t" bIns="91425" lIns="91425" spcFirstLastPara="1" rIns="91425" wrap="square" tIns="91425">
            <a:noAutofit/>
          </a:bodyPr>
          <a:lstStyle/>
          <a:p>
            <a:pPr indent="0" lvl="0" marL="457200" marR="0" rtl="0" algn="l">
              <a:lnSpc>
                <a:spcPct val="100000"/>
              </a:lnSpc>
              <a:spcBef>
                <a:spcPts val="0"/>
              </a:spcBef>
              <a:spcAft>
                <a:spcPts val="0"/>
              </a:spcAft>
              <a:buClr>
                <a:srgbClr val="FFFFFF"/>
              </a:buClr>
              <a:buSzPts val="900"/>
              <a:buFont typeface="Arial"/>
              <a:buNone/>
            </a:pPr>
            <a:r>
              <a:rPr b="1" i="0" lang="en" sz="3600" u="none" cap="none" strike="noStrike">
                <a:solidFill>
                  <a:srgbClr val="FFFFFF"/>
                </a:solidFill>
                <a:latin typeface="Arial"/>
                <a:ea typeface="Arial"/>
                <a:cs typeface="Arial"/>
                <a:sym typeface="Arial"/>
              </a:rPr>
              <a:t>Съдържание</a:t>
            </a:r>
            <a:endParaRPr/>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E91E63"/>
        </a:solidFill>
      </p:bgPr>
    </p:bg>
    <p:spTree>
      <p:nvGrpSpPr>
        <p:cNvPr id="69" name="Shape 69"/>
        <p:cNvGrpSpPr/>
        <p:nvPr/>
      </p:nvGrpSpPr>
      <p:grpSpPr>
        <a:xfrm>
          <a:off x="0" y="0"/>
          <a:ext cx="0" cy="0"/>
          <a:chOff x="0" y="0"/>
          <a:chExt cx="0" cy="0"/>
        </a:xfrm>
      </p:grpSpPr>
      <p:sp>
        <p:nvSpPr>
          <p:cNvPr id="70" name="Google Shape;70;p3"/>
          <p:cNvSpPr txBox="1"/>
          <p:nvPr>
            <p:ph type="title"/>
          </p:nvPr>
        </p:nvSpPr>
        <p:spPr>
          <a:xfrm>
            <a:off x="311700" y="1540025"/>
            <a:ext cx="8520599" cy="572699"/>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750"/>
              <a:buFont typeface="Arial"/>
              <a:buNone/>
            </a:pPr>
            <a:br>
              <a:rPr b="1" i="0" lang="en" sz="3000" u="none" cap="none" strike="noStrike">
                <a:solidFill>
                  <a:srgbClr val="FFFFFF"/>
                </a:solidFill>
                <a:latin typeface="Arial"/>
                <a:ea typeface="Arial"/>
                <a:cs typeface="Arial"/>
                <a:sym typeface="Arial"/>
              </a:rPr>
            </a:br>
            <a:r>
              <a:rPr b="1" lang="en" sz="3000">
                <a:solidFill>
                  <a:srgbClr val="FFFFFF"/>
                </a:solidFill>
              </a:rPr>
              <a:t>AJAX</a:t>
            </a:r>
            <a:endParaRPr/>
          </a:p>
        </p:txBody>
      </p:sp>
    </p:spTree>
  </p:cSld>
  <p:clrMapOvr>
    <a:masterClrMapping/>
  </p:clrMapOvr>
  <p:transition spd="slow">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74" name="Shape 74"/>
        <p:cNvGrpSpPr/>
        <p:nvPr/>
      </p:nvGrpSpPr>
      <p:grpSpPr>
        <a:xfrm>
          <a:off x="0" y="0"/>
          <a:ext cx="0" cy="0"/>
          <a:chOff x="0" y="0"/>
          <a:chExt cx="0" cy="0"/>
        </a:xfrm>
      </p:grpSpPr>
      <p:sp>
        <p:nvSpPr>
          <p:cNvPr id="75" name="Google Shape;75;p4"/>
          <p:cNvSpPr/>
          <p:nvPr/>
        </p:nvSpPr>
        <p:spPr>
          <a:xfrm>
            <a:off x="0" y="0"/>
            <a:ext cx="9144000" cy="655200"/>
          </a:xfrm>
          <a:prstGeom prst="rect">
            <a:avLst/>
          </a:prstGeom>
          <a:solidFill>
            <a:srgbClr val="E9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4"/>
          <p:cNvSpPr txBox="1"/>
          <p:nvPr/>
        </p:nvSpPr>
        <p:spPr>
          <a:xfrm>
            <a:off x="0" y="30300"/>
            <a:ext cx="6805500" cy="703798"/>
          </a:xfrm>
          <a:prstGeom prst="rect">
            <a:avLst/>
          </a:prstGeom>
          <a:noFill/>
          <a:ln>
            <a:noFill/>
          </a:ln>
        </p:spPr>
        <p:txBody>
          <a:bodyPr anchorCtr="0" anchor="t" bIns="91425" lIns="91425" spcFirstLastPara="1" rIns="91425" wrap="square" tIns="91425">
            <a:noAutofit/>
          </a:bodyPr>
          <a:lstStyle/>
          <a:p>
            <a:pPr indent="457200" lvl="0" marL="0" marR="0" rtl="0" algn="l">
              <a:lnSpc>
                <a:spcPct val="100000"/>
              </a:lnSpc>
              <a:spcBef>
                <a:spcPts val="0"/>
              </a:spcBef>
              <a:spcAft>
                <a:spcPts val="0"/>
              </a:spcAft>
              <a:buClr>
                <a:srgbClr val="FFFFFF"/>
              </a:buClr>
              <a:buSzPts val="600"/>
              <a:buFont typeface="Arial"/>
              <a:buNone/>
            </a:pPr>
            <a:r>
              <a:rPr b="1" lang="en" sz="2400">
                <a:solidFill>
                  <a:srgbClr val="FFFFFF"/>
                </a:solidFill>
              </a:rPr>
              <a:t>AJAX</a:t>
            </a:r>
            <a:endParaRPr/>
          </a:p>
        </p:txBody>
      </p:sp>
      <p:sp>
        <p:nvSpPr>
          <p:cNvPr id="77" name="Google Shape;77;p4"/>
          <p:cNvSpPr txBox="1"/>
          <p:nvPr>
            <p:ph idx="1" type="body"/>
          </p:nvPr>
        </p:nvSpPr>
        <p:spPr>
          <a:xfrm>
            <a:off x="280675" y="897725"/>
            <a:ext cx="8550599" cy="38172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chemeClr val="dk1"/>
              </a:buClr>
              <a:buSzPts val="1100"/>
              <a:buFont typeface="Arial"/>
              <a:buNone/>
            </a:pPr>
            <a:r>
              <a:t/>
            </a:r>
            <a:endParaRPr b="0" i="0" sz="1800" u="none" cap="none" strike="noStrike">
              <a:solidFill>
                <a:srgbClr val="262626"/>
              </a:solidFill>
              <a:latin typeface="Arial"/>
              <a:ea typeface="Arial"/>
              <a:cs typeface="Arial"/>
              <a:sym typeface="Arial"/>
            </a:endParaRPr>
          </a:p>
          <a:p>
            <a:pPr indent="0" lvl="0" marL="0" marR="0" rtl="0" algn="l">
              <a:lnSpc>
                <a:spcPct val="115000"/>
              </a:lnSpc>
              <a:spcBef>
                <a:spcPts val="0"/>
              </a:spcBef>
              <a:spcAft>
                <a:spcPts val="0"/>
              </a:spcAft>
              <a:buClr>
                <a:schemeClr val="dk2"/>
              </a:buClr>
              <a:buSzPts val="450"/>
              <a:buFont typeface="Arial"/>
              <a:buNone/>
            </a:pPr>
            <a:r>
              <a:rPr b="1" lang="en" sz="2400">
                <a:solidFill>
                  <a:srgbClr val="434343"/>
                </a:solidFill>
              </a:rPr>
              <a:t>Ajax</a:t>
            </a:r>
            <a:r>
              <a:rPr lang="en" sz="2400">
                <a:solidFill>
                  <a:srgbClr val="434343"/>
                </a:solidFill>
              </a:rPr>
              <a:t>/</a:t>
            </a:r>
            <a:r>
              <a:rPr b="1" lang="en" sz="2400">
                <a:solidFill>
                  <a:srgbClr val="434343"/>
                </a:solidFill>
              </a:rPr>
              <a:t>AJAX</a:t>
            </a:r>
            <a:r>
              <a:rPr lang="en" sz="2400">
                <a:solidFill>
                  <a:srgbClr val="434343"/>
                </a:solidFill>
                <a:uFill>
                  <a:noFill/>
                </a:uFill>
                <a:hlinkClick r:id="rId3"/>
              </a:rPr>
              <a:t> </a:t>
            </a:r>
            <a:endParaRPr/>
          </a:p>
          <a:p>
            <a:pPr indent="0" lvl="0" marL="0" marR="0" rtl="0" algn="l">
              <a:lnSpc>
                <a:spcPct val="115000"/>
              </a:lnSpc>
              <a:spcBef>
                <a:spcPts val="0"/>
              </a:spcBef>
              <a:spcAft>
                <a:spcPts val="0"/>
              </a:spcAft>
              <a:buClr>
                <a:schemeClr val="dk2"/>
              </a:buClr>
              <a:buSzPts val="450"/>
              <a:buFont typeface="Arial"/>
              <a:buNone/>
            </a:pPr>
            <a:r>
              <a:rPr lang="en" sz="2400" u="sng">
                <a:solidFill>
                  <a:srgbClr val="434343"/>
                </a:solidFill>
                <a:hlinkClick r:id="rId4"/>
              </a:rPr>
              <a:t>/ˈeɪdʒæks/</a:t>
            </a:r>
            <a:r>
              <a:rPr lang="en" sz="2400">
                <a:solidFill>
                  <a:srgbClr val="434343"/>
                </a:solidFill>
              </a:rPr>
              <a:t>; </a:t>
            </a:r>
            <a:endParaRPr sz="2400">
              <a:solidFill>
                <a:srgbClr val="434343"/>
              </a:solidFill>
            </a:endParaRPr>
          </a:p>
          <a:p>
            <a:pPr indent="0" lvl="0" marL="0" marR="0" rtl="0" algn="l">
              <a:lnSpc>
                <a:spcPct val="115000"/>
              </a:lnSpc>
              <a:spcBef>
                <a:spcPts val="0"/>
              </a:spcBef>
              <a:spcAft>
                <a:spcPts val="0"/>
              </a:spcAft>
              <a:buClr>
                <a:schemeClr val="dk2"/>
              </a:buClr>
              <a:buSzPts val="450"/>
              <a:buFont typeface="Arial"/>
              <a:buNone/>
            </a:pPr>
            <a:r>
              <a:t/>
            </a:r>
            <a:endParaRPr sz="2400">
              <a:solidFill>
                <a:srgbClr val="434343"/>
              </a:solidFill>
            </a:endParaRPr>
          </a:p>
          <a:p>
            <a:pPr indent="0" lvl="0" marL="0" marR="0" rtl="0" algn="l">
              <a:lnSpc>
                <a:spcPct val="115000"/>
              </a:lnSpc>
              <a:spcBef>
                <a:spcPts val="0"/>
              </a:spcBef>
              <a:spcAft>
                <a:spcPts val="0"/>
              </a:spcAft>
              <a:buClr>
                <a:schemeClr val="dk2"/>
              </a:buClr>
              <a:buSzPts val="450"/>
              <a:buFont typeface="Arial"/>
              <a:buNone/>
            </a:pPr>
            <a:r>
              <a:rPr lang="en" sz="2400">
                <a:solidFill>
                  <a:srgbClr val="434343"/>
                </a:solidFill>
              </a:rPr>
              <a:t>short for asynchronous</a:t>
            </a:r>
            <a:r>
              <a:rPr lang="en" sz="2400">
                <a:solidFill>
                  <a:srgbClr val="434343"/>
                </a:solidFill>
                <a:uFill>
                  <a:noFill/>
                </a:uFill>
                <a:hlinkClick r:id="rId5"/>
              </a:rPr>
              <a:t> </a:t>
            </a:r>
            <a:r>
              <a:rPr lang="en" sz="2400" u="sng">
                <a:solidFill>
                  <a:srgbClr val="434343"/>
                </a:solidFill>
                <a:hlinkClick r:id="rId6"/>
              </a:rPr>
              <a:t>JavaScript</a:t>
            </a:r>
            <a:r>
              <a:rPr lang="en" sz="2400">
                <a:solidFill>
                  <a:srgbClr val="434343"/>
                </a:solidFill>
              </a:rPr>
              <a:t> and</a:t>
            </a:r>
            <a:r>
              <a:rPr lang="en" sz="2400">
                <a:solidFill>
                  <a:srgbClr val="434343"/>
                </a:solidFill>
                <a:uFill>
                  <a:noFill/>
                </a:uFill>
                <a:hlinkClick r:id="rId7"/>
              </a:rPr>
              <a:t> </a:t>
            </a:r>
            <a:r>
              <a:rPr lang="en" sz="2400" u="sng">
                <a:solidFill>
                  <a:srgbClr val="434343"/>
                </a:solidFill>
                <a:hlinkClick r:id="rId8"/>
              </a:rPr>
              <a:t>XML</a:t>
            </a:r>
            <a:endParaRPr b="0" i="0" sz="2400" u="none" cap="none" strike="noStrike">
              <a:solidFill>
                <a:srgbClr val="434343"/>
              </a:solidFill>
              <a:latin typeface="Arial"/>
              <a:ea typeface="Arial"/>
              <a:cs typeface="Arial"/>
              <a:sym typeface="Arial"/>
            </a:endParaRPr>
          </a:p>
        </p:txBody>
      </p:sp>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1" name="Shape 81"/>
        <p:cNvGrpSpPr/>
        <p:nvPr/>
      </p:nvGrpSpPr>
      <p:grpSpPr>
        <a:xfrm>
          <a:off x="0" y="0"/>
          <a:ext cx="0" cy="0"/>
          <a:chOff x="0" y="0"/>
          <a:chExt cx="0" cy="0"/>
        </a:xfrm>
      </p:grpSpPr>
      <p:sp>
        <p:nvSpPr>
          <p:cNvPr id="82" name="Google Shape;82;g5aed8a252b_0_1"/>
          <p:cNvSpPr/>
          <p:nvPr/>
        </p:nvSpPr>
        <p:spPr>
          <a:xfrm>
            <a:off x="0" y="0"/>
            <a:ext cx="9144000" cy="655200"/>
          </a:xfrm>
          <a:prstGeom prst="rect">
            <a:avLst/>
          </a:prstGeom>
          <a:solidFill>
            <a:srgbClr val="E9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g5aed8a252b_0_1"/>
          <p:cNvSpPr txBox="1"/>
          <p:nvPr/>
        </p:nvSpPr>
        <p:spPr>
          <a:xfrm>
            <a:off x="0" y="30300"/>
            <a:ext cx="6805500" cy="703800"/>
          </a:xfrm>
          <a:prstGeom prst="rect">
            <a:avLst/>
          </a:prstGeom>
          <a:noFill/>
          <a:ln>
            <a:noFill/>
          </a:ln>
        </p:spPr>
        <p:txBody>
          <a:bodyPr anchorCtr="0" anchor="t" bIns="91425" lIns="91425" spcFirstLastPara="1" rIns="91425" wrap="square" tIns="91425">
            <a:noAutofit/>
          </a:bodyPr>
          <a:lstStyle/>
          <a:p>
            <a:pPr indent="457200" lvl="0" marL="0" marR="0" rtl="0" algn="l">
              <a:lnSpc>
                <a:spcPct val="100000"/>
              </a:lnSpc>
              <a:spcBef>
                <a:spcPts val="0"/>
              </a:spcBef>
              <a:spcAft>
                <a:spcPts val="0"/>
              </a:spcAft>
              <a:buClr>
                <a:srgbClr val="FFFFFF"/>
              </a:buClr>
              <a:buSzPts val="600"/>
              <a:buFont typeface="Arial"/>
              <a:buNone/>
            </a:pPr>
            <a:r>
              <a:rPr b="1" lang="en" sz="2400">
                <a:solidFill>
                  <a:srgbClr val="FFFFFF"/>
                </a:solidFill>
              </a:rPr>
              <a:t>AJAX</a:t>
            </a:r>
            <a:endParaRPr/>
          </a:p>
        </p:txBody>
      </p:sp>
      <p:sp>
        <p:nvSpPr>
          <p:cNvPr id="84" name="Google Shape;84;g5aed8a252b_0_1"/>
          <p:cNvSpPr txBox="1"/>
          <p:nvPr>
            <p:ph idx="1" type="body"/>
          </p:nvPr>
        </p:nvSpPr>
        <p:spPr>
          <a:xfrm>
            <a:off x="280675" y="897725"/>
            <a:ext cx="8550600" cy="38172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chemeClr val="dk1"/>
              </a:buClr>
              <a:buSzPts val="1100"/>
              <a:buFont typeface="Arial"/>
              <a:buNone/>
            </a:pPr>
            <a:r>
              <a:t/>
            </a:r>
            <a:endParaRPr b="0" i="0" sz="1800" u="none" cap="none" strike="noStrike">
              <a:solidFill>
                <a:srgbClr val="262626"/>
              </a:solidFill>
              <a:latin typeface="Arial"/>
              <a:ea typeface="Arial"/>
              <a:cs typeface="Arial"/>
              <a:sym typeface="Arial"/>
            </a:endParaRPr>
          </a:p>
          <a:p>
            <a:pPr indent="0" lvl="0" marL="0" marR="0" rtl="0" algn="l">
              <a:lnSpc>
                <a:spcPct val="115000"/>
              </a:lnSpc>
              <a:spcBef>
                <a:spcPts val="0"/>
              </a:spcBef>
              <a:spcAft>
                <a:spcPts val="0"/>
              </a:spcAft>
              <a:buClr>
                <a:schemeClr val="dk2"/>
              </a:buClr>
              <a:buSzPts val="450"/>
              <a:buFont typeface="Arial"/>
              <a:buNone/>
            </a:pPr>
            <a:r>
              <a:rPr lang="en" sz="1400">
                <a:solidFill>
                  <a:srgbClr val="434343"/>
                </a:solidFill>
              </a:rPr>
              <a:t>a set of</a:t>
            </a:r>
            <a:r>
              <a:rPr lang="en" sz="1400">
                <a:solidFill>
                  <a:srgbClr val="434343"/>
                </a:solidFill>
                <a:uFill>
                  <a:noFill/>
                </a:uFill>
                <a:hlinkClick r:id="rId3"/>
              </a:rPr>
              <a:t> </a:t>
            </a:r>
            <a:r>
              <a:rPr lang="en" sz="1400" u="sng">
                <a:solidFill>
                  <a:srgbClr val="434343"/>
                </a:solidFill>
                <a:hlinkClick r:id="rId4"/>
              </a:rPr>
              <a:t>web development</a:t>
            </a:r>
            <a:r>
              <a:rPr lang="en" sz="1400">
                <a:solidFill>
                  <a:srgbClr val="434343"/>
                </a:solidFill>
              </a:rPr>
              <a:t> techniques using many web technologies on the</a:t>
            </a:r>
            <a:r>
              <a:rPr lang="en" sz="1400">
                <a:solidFill>
                  <a:srgbClr val="434343"/>
                </a:solidFill>
                <a:uFill>
                  <a:noFill/>
                </a:uFill>
                <a:hlinkClick r:id="rId5"/>
              </a:rPr>
              <a:t> </a:t>
            </a:r>
            <a:r>
              <a:rPr lang="en" sz="1400" u="sng">
                <a:solidFill>
                  <a:srgbClr val="434343"/>
                </a:solidFill>
                <a:hlinkClick r:id="rId6"/>
              </a:rPr>
              <a:t>client side</a:t>
            </a:r>
            <a:r>
              <a:rPr lang="en" sz="1400">
                <a:solidFill>
                  <a:srgbClr val="434343"/>
                </a:solidFill>
              </a:rPr>
              <a:t> to create</a:t>
            </a:r>
            <a:r>
              <a:rPr lang="en" sz="1400">
                <a:solidFill>
                  <a:srgbClr val="434343"/>
                </a:solidFill>
                <a:uFill>
                  <a:noFill/>
                </a:uFill>
                <a:hlinkClick r:id="rId7"/>
              </a:rPr>
              <a:t> </a:t>
            </a:r>
            <a:r>
              <a:rPr lang="en" sz="1400" u="sng">
                <a:solidFill>
                  <a:srgbClr val="434343"/>
                </a:solidFill>
                <a:hlinkClick r:id="rId8"/>
              </a:rPr>
              <a:t>asynchronous</a:t>
            </a:r>
            <a:r>
              <a:rPr lang="en" sz="1400">
                <a:solidFill>
                  <a:srgbClr val="434343"/>
                </a:solidFill>
                <a:uFill>
                  <a:noFill/>
                </a:uFill>
                <a:hlinkClick r:id="rId9"/>
              </a:rPr>
              <a:t> </a:t>
            </a:r>
            <a:r>
              <a:rPr lang="en" sz="1400" u="sng">
                <a:solidFill>
                  <a:srgbClr val="434343"/>
                </a:solidFill>
                <a:hlinkClick r:id="rId10"/>
              </a:rPr>
              <a:t>web applications</a:t>
            </a:r>
            <a:r>
              <a:rPr lang="en" sz="1400">
                <a:solidFill>
                  <a:srgbClr val="434343"/>
                </a:solidFill>
              </a:rPr>
              <a:t>.</a:t>
            </a:r>
            <a:endParaRPr b="0" i="0" sz="1400" u="none" cap="none" strike="noStrike">
              <a:solidFill>
                <a:srgbClr val="434343"/>
              </a:solidFill>
              <a:latin typeface="Arial"/>
              <a:ea typeface="Arial"/>
              <a:cs typeface="Arial"/>
              <a:sym typeface="Arial"/>
            </a:endParaRPr>
          </a:p>
        </p:txBody>
      </p:sp>
    </p:spTree>
  </p:cSld>
  <p:clrMapOvr>
    <a:masterClrMapping/>
  </p:clrMapOvr>
  <p:transition spd="slow">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88" name="Shape 88"/>
        <p:cNvGrpSpPr/>
        <p:nvPr/>
      </p:nvGrpSpPr>
      <p:grpSpPr>
        <a:xfrm>
          <a:off x="0" y="0"/>
          <a:ext cx="0" cy="0"/>
          <a:chOff x="0" y="0"/>
          <a:chExt cx="0" cy="0"/>
        </a:xfrm>
      </p:grpSpPr>
      <p:sp>
        <p:nvSpPr>
          <p:cNvPr id="89" name="Google Shape;89;g5aed8a252b_0_8"/>
          <p:cNvSpPr/>
          <p:nvPr/>
        </p:nvSpPr>
        <p:spPr>
          <a:xfrm>
            <a:off x="0" y="0"/>
            <a:ext cx="9144000" cy="655200"/>
          </a:xfrm>
          <a:prstGeom prst="rect">
            <a:avLst/>
          </a:prstGeom>
          <a:solidFill>
            <a:srgbClr val="E9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g5aed8a252b_0_8"/>
          <p:cNvSpPr txBox="1"/>
          <p:nvPr/>
        </p:nvSpPr>
        <p:spPr>
          <a:xfrm>
            <a:off x="0" y="30300"/>
            <a:ext cx="6805500" cy="703800"/>
          </a:xfrm>
          <a:prstGeom prst="rect">
            <a:avLst/>
          </a:prstGeom>
          <a:noFill/>
          <a:ln>
            <a:noFill/>
          </a:ln>
        </p:spPr>
        <p:txBody>
          <a:bodyPr anchorCtr="0" anchor="t" bIns="91425" lIns="91425" spcFirstLastPara="1" rIns="91425" wrap="square" tIns="91425">
            <a:noAutofit/>
          </a:bodyPr>
          <a:lstStyle/>
          <a:p>
            <a:pPr indent="457200" lvl="0" marL="0" marR="0" rtl="0" algn="l">
              <a:lnSpc>
                <a:spcPct val="100000"/>
              </a:lnSpc>
              <a:spcBef>
                <a:spcPts val="0"/>
              </a:spcBef>
              <a:spcAft>
                <a:spcPts val="0"/>
              </a:spcAft>
              <a:buClr>
                <a:srgbClr val="FFFFFF"/>
              </a:buClr>
              <a:buSzPts val="600"/>
              <a:buFont typeface="Arial"/>
              <a:buNone/>
            </a:pPr>
            <a:r>
              <a:rPr b="1" lang="en" sz="2400">
                <a:solidFill>
                  <a:srgbClr val="FFFFFF"/>
                </a:solidFill>
              </a:rPr>
              <a:t>AJAX</a:t>
            </a:r>
            <a:endParaRPr/>
          </a:p>
        </p:txBody>
      </p:sp>
      <p:sp>
        <p:nvSpPr>
          <p:cNvPr id="91" name="Google Shape;91;g5aed8a252b_0_8"/>
          <p:cNvSpPr txBox="1"/>
          <p:nvPr>
            <p:ph idx="1" type="body"/>
          </p:nvPr>
        </p:nvSpPr>
        <p:spPr>
          <a:xfrm>
            <a:off x="280675" y="897725"/>
            <a:ext cx="8550600" cy="38172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chemeClr val="dk1"/>
              </a:buClr>
              <a:buSzPts val="1100"/>
              <a:buFont typeface="Arial"/>
              <a:buNone/>
            </a:pPr>
            <a:r>
              <a:t/>
            </a:r>
            <a:endParaRPr b="0" i="0" sz="1800" u="none" cap="none" strike="noStrike">
              <a:solidFill>
                <a:srgbClr val="262626"/>
              </a:solidFill>
              <a:latin typeface="Arial"/>
              <a:ea typeface="Arial"/>
              <a:cs typeface="Arial"/>
              <a:sym typeface="Arial"/>
            </a:endParaRPr>
          </a:p>
          <a:p>
            <a:pPr indent="0" lvl="0" marL="0" marR="0" rtl="0" algn="l">
              <a:lnSpc>
                <a:spcPct val="115000"/>
              </a:lnSpc>
              <a:spcBef>
                <a:spcPts val="0"/>
              </a:spcBef>
              <a:spcAft>
                <a:spcPts val="0"/>
              </a:spcAft>
              <a:buClr>
                <a:schemeClr val="dk2"/>
              </a:buClr>
              <a:buSzPts val="450"/>
              <a:buFont typeface="Arial"/>
              <a:buNone/>
            </a:pPr>
            <a:r>
              <a:rPr lang="en" sz="1400">
                <a:solidFill>
                  <a:srgbClr val="434343"/>
                </a:solidFill>
              </a:rPr>
              <a:t>a set of</a:t>
            </a:r>
            <a:r>
              <a:rPr lang="en" sz="1400">
                <a:solidFill>
                  <a:srgbClr val="434343"/>
                </a:solidFill>
                <a:uFill>
                  <a:noFill/>
                </a:uFill>
                <a:hlinkClick r:id="rId3"/>
              </a:rPr>
              <a:t> </a:t>
            </a:r>
            <a:r>
              <a:rPr lang="en" sz="1400" u="sng">
                <a:solidFill>
                  <a:srgbClr val="434343"/>
                </a:solidFill>
                <a:hlinkClick r:id="rId4"/>
              </a:rPr>
              <a:t>web development</a:t>
            </a:r>
            <a:r>
              <a:rPr lang="en" sz="1400">
                <a:solidFill>
                  <a:srgbClr val="434343"/>
                </a:solidFill>
              </a:rPr>
              <a:t> techniques using many web technologies on the</a:t>
            </a:r>
            <a:r>
              <a:rPr lang="en" sz="1400">
                <a:solidFill>
                  <a:srgbClr val="434343"/>
                </a:solidFill>
                <a:uFill>
                  <a:noFill/>
                </a:uFill>
                <a:hlinkClick r:id="rId5"/>
              </a:rPr>
              <a:t> </a:t>
            </a:r>
            <a:r>
              <a:rPr lang="en" sz="1400" u="sng">
                <a:solidFill>
                  <a:srgbClr val="434343"/>
                </a:solidFill>
                <a:hlinkClick r:id="rId6"/>
              </a:rPr>
              <a:t>client side</a:t>
            </a:r>
            <a:r>
              <a:rPr lang="en" sz="1400">
                <a:solidFill>
                  <a:srgbClr val="434343"/>
                </a:solidFill>
              </a:rPr>
              <a:t> to create</a:t>
            </a:r>
            <a:r>
              <a:rPr lang="en" sz="1400">
                <a:solidFill>
                  <a:srgbClr val="434343"/>
                </a:solidFill>
                <a:uFill>
                  <a:noFill/>
                </a:uFill>
                <a:hlinkClick r:id="rId7"/>
              </a:rPr>
              <a:t> </a:t>
            </a:r>
            <a:r>
              <a:rPr lang="en" sz="1400" u="sng">
                <a:solidFill>
                  <a:srgbClr val="434343"/>
                </a:solidFill>
                <a:hlinkClick r:id="rId8"/>
              </a:rPr>
              <a:t>asynchronous</a:t>
            </a:r>
            <a:r>
              <a:rPr lang="en" sz="1400">
                <a:solidFill>
                  <a:srgbClr val="434343"/>
                </a:solidFill>
                <a:uFill>
                  <a:noFill/>
                </a:uFill>
                <a:hlinkClick r:id="rId9"/>
              </a:rPr>
              <a:t> </a:t>
            </a:r>
            <a:r>
              <a:rPr lang="en" sz="1400" u="sng">
                <a:solidFill>
                  <a:srgbClr val="434343"/>
                </a:solidFill>
                <a:hlinkClick r:id="rId10"/>
              </a:rPr>
              <a:t>web applications</a:t>
            </a:r>
            <a:r>
              <a:rPr lang="en" sz="1400">
                <a:solidFill>
                  <a:srgbClr val="434343"/>
                </a:solidFill>
              </a:rPr>
              <a:t>.</a:t>
            </a:r>
            <a:endParaRPr b="0" i="0" sz="1400" u="none" cap="none" strike="noStrike">
              <a:solidFill>
                <a:srgbClr val="434343"/>
              </a:solidFill>
              <a:latin typeface="Arial"/>
              <a:ea typeface="Arial"/>
              <a:cs typeface="Arial"/>
              <a:sym typeface="Arial"/>
            </a:endParaRPr>
          </a:p>
        </p:txBody>
      </p:sp>
    </p:spTree>
  </p:cSld>
  <p:clrMapOvr>
    <a:masterClrMapping/>
  </p:clrMapOvr>
  <p:transition spd="slow">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95" name="Shape 95"/>
        <p:cNvGrpSpPr/>
        <p:nvPr/>
      </p:nvGrpSpPr>
      <p:grpSpPr>
        <a:xfrm>
          <a:off x="0" y="0"/>
          <a:ext cx="0" cy="0"/>
          <a:chOff x="0" y="0"/>
          <a:chExt cx="0" cy="0"/>
        </a:xfrm>
      </p:grpSpPr>
      <p:sp>
        <p:nvSpPr>
          <p:cNvPr id="96" name="Google Shape;96;g5aed8a252b_0_14"/>
          <p:cNvSpPr/>
          <p:nvPr/>
        </p:nvSpPr>
        <p:spPr>
          <a:xfrm>
            <a:off x="0" y="0"/>
            <a:ext cx="9144000" cy="655200"/>
          </a:xfrm>
          <a:prstGeom prst="rect">
            <a:avLst/>
          </a:prstGeom>
          <a:solidFill>
            <a:srgbClr val="E91E6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 name="Google Shape;97;g5aed8a252b_0_14"/>
          <p:cNvSpPr txBox="1"/>
          <p:nvPr/>
        </p:nvSpPr>
        <p:spPr>
          <a:xfrm>
            <a:off x="0" y="30300"/>
            <a:ext cx="6805500" cy="703800"/>
          </a:xfrm>
          <a:prstGeom prst="rect">
            <a:avLst/>
          </a:prstGeom>
          <a:noFill/>
          <a:ln>
            <a:noFill/>
          </a:ln>
        </p:spPr>
        <p:txBody>
          <a:bodyPr anchorCtr="0" anchor="t" bIns="91425" lIns="91425" spcFirstLastPara="1" rIns="91425" wrap="square" tIns="91425">
            <a:noAutofit/>
          </a:bodyPr>
          <a:lstStyle/>
          <a:p>
            <a:pPr indent="457200" lvl="0" marL="0" marR="0" rtl="0" algn="l">
              <a:lnSpc>
                <a:spcPct val="100000"/>
              </a:lnSpc>
              <a:spcBef>
                <a:spcPts val="0"/>
              </a:spcBef>
              <a:spcAft>
                <a:spcPts val="0"/>
              </a:spcAft>
              <a:buClr>
                <a:srgbClr val="FFFFFF"/>
              </a:buClr>
              <a:buSzPts val="600"/>
              <a:buFont typeface="Arial"/>
              <a:buNone/>
            </a:pPr>
            <a:r>
              <a:rPr b="1" lang="en" sz="2400">
                <a:solidFill>
                  <a:srgbClr val="FFFFFF"/>
                </a:solidFill>
              </a:rPr>
              <a:t>AJAX</a:t>
            </a:r>
            <a:endParaRPr/>
          </a:p>
        </p:txBody>
      </p:sp>
      <p:sp>
        <p:nvSpPr>
          <p:cNvPr id="98" name="Google Shape;98;g5aed8a252b_0_14"/>
          <p:cNvSpPr txBox="1"/>
          <p:nvPr>
            <p:ph idx="1" type="body"/>
          </p:nvPr>
        </p:nvSpPr>
        <p:spPr>
          <a:xfrm>
            <a:off x="280675" y="897725"/>
            <a:ext cx="8550600" cy="38172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15000"/>
              </a:lnSpc>
              <a:spcBef>
                <a:spcPts val="0"/>
              </a:spcBef>
              <a:spcAft>
                <a:spcPts val="0"/>
              </a:spcAft>
              <a:buClr>
                <a:schemeClr val="dk1"/>
              </a:buClr>
              <a:buSzPts val="1100"/>
              <a:buFont typeface="Arial"/>
              <a:buNone/>
            </a:pPr>
            <a:r>
              <a:t/>
            </a:r>
            <a:endParaRPr b="0" i="0" sz="1800" u="none" cap="none" strike="noStrike">
              <a:solidFill>
                <a:srgbClr val="262626"/>
              </a:solidFill>
              <a:latin typeface="Arial"/>
              <a:ea typeface="Arial"/>
              <a:cs typeface="Arial"/>
              <a:sym typeface="Arial"/>
            </a:endParaRPr>
          </a:p>
          <a:p>
            <a:pPr indent="0" lvl="0" marL="0" marR="0" rtl="0" algn="l">
              <a:lnSpc>
                <a:spcPct val="115000"/>
              </a:lnSpc>
              <a:spcBef>
                <a:spcPts val="0"/>
              </a:spcBef>
              <a:spcAft>
                <a:spcPts val="0"/>
              </a:spcAft>
              <a:buClr>
                <a:schemeClr val="dk2"/>
              </a:buClr>
              <a:buSzPts val="450"/>
              <a:buFont typeface="Arial"/>
              <a:buNone/>
            </a:pPr>
            <a:r>
              <a:rPr lang="en" sz="1400">
                <a:solidFill>
                  <a:srgbClr val="434343"/>
                </a:solidFill>
              </a:rPr>
              <a:t>With Ajax, web applications can send and retrieve data from a</a:t>
            </a:r>
            <a:r>
              <a:rPr lang="en" sz="1400">
                <a:solidFill>
                  <a:srgbClr val="434343"/>
                </a:solidFill>
                <a:uFill>
                  <a:noFill/>
                </a:uFill>
                <a:hlinkClick r:id="rId3"/>
              </a:rPr>
              <a:t> </a:t>
            </a:r>
            <a:r>
              <a:rPr lang="en" sz="1400" u="sng">
                <a:solidFill>
                  <a:srgbClr val="434343"/>
                </a:solidFill>
                <a:hlinkClick r:id="rId4"/>
              </a:rPr>
              <a:t>server</a:t>
            </a:r>
            <a:r>
              <a:rPr lang="en" sz="1400">
                <a:solidFill>
                  <a:srgbClr val="434343"/>
                </a:solidFill>
              </a:rPr>
              <a:t> asynchronously (in the background) without interfering with the display and behavior of the existing page. </a:t>
            </a:r>
            <a:endParaRPr sz="1400">
              <a:solidFill>
                <a:srgbClr val="434343"/>
              </a:solidFill>
            </a:endParaRPr>
          </a:p>
          <a:p>
            <a:pPr indent="0" lvl="0" marL="0" marR="0" rtl="0" algn="l">
              <a:lnSpc>
                <a:spcPct val="115000"/>
              </a:lnSpc>
              <a:spcBef>
                <a:spcPts val="0"/>
              </a:spcBef>
              <a:spcAft>
                <a:spcPts val="0"/>
              </a:spcAft>
              <a:buClr>
                <a:schemeClr val="dk2"/>
              </a:buClr>
              <a:buSzPts val="450"/>
              <a:buFont typeface="Arial"/>
              <a:buNone/>
            </a:pPr>
            <a:r>
              <a:t/>
            </a:r>
            <a:endParaRPr sz="1400">
              <a:solidFill>
                <a:srgbClr val="434343"/>
              </a:solidFill>
            </a:endParaRPr>
          </a:p>
          <a:p>
            <a:pPr indent="0" lvl="0" marL="0" marR="0" rtl="0" algn="l">
              <a:lnSpc>
                <a:spcPct val="115000"/>
              </a:lnSpc>
              <a:spcBef>
                <a:spcPts val="0"/>
              </a:spcBef>
              <a:spcAft>
                <a:spcPts val="0"/>
              </a:spcAft>
              <a:buClr>
                <a:schemeClr val="dk2"/>
              </a:buClr>
              <a:buSzPts val="450"/>
              <a:buFont typeface="Arial"/>
              <a:buNone/>
            </a:pPr>
            <a:r>
              <a:rPr lang="en" sz="1400">
                <a:solidFill>
                  <a:srgbClr val="434343"/>
                </a:solidFill>
              </a:rPr>
              <a:t>By decoupling the data interchange layer from the presentation layer, Ajax allows web pages and, by extension, web applications, to change content dynamically without the </a:t>
            </a:r>
            <a:r>
              <a:rPr lang="en" sz="1400" u="sng">
                <a:solidFill>
                  <a:srgbClr val="434343"/>
                </a:solidFill>
              </a:rPr>
              <a:t>need to reload the entire page</a:t>
            </a:r>
            <a:r>
              <a:rPr lang="en" sz="1400">
                <a:solidFill>
                  <a:srgbClr val="434343"/>
                </a:solidFill>
              </a:rPr>
              <a:t>.</a:t>
            </a:r>
            <a:endParaRPr sz="1400">
              <a:solidFill>
                <a:srgbClr val="434343"/>
              </a:solidFill>
            </a:endParaRPr>
          </a:p>
          <a:p>
            <a:pPr indent="0" lvl="0" marL="0" marR="0" rtl="0" algn="l">
              <a:lnSpc>
                <a:spcPct val="115000"/>
              </a:lnSpc>
              <a:spcBef>
                <a:spcPts val="0"/>
              </a:spcBef>
              <a:spcAft>
                <a:spcPts val="0"/>
              </a:spcAft>
              <a:buClr>
                <a:schemeClr val="dk2"/>
              </a:buClr>
              <a:buSzPts val="450"/>
              <a:buFont typeface="Arial"/>
              <a:buNone/>
            </a:pPr>
            <a:r>
              <a:t/>
            </a:r>
            <a:endParaRPr sz="1400">
              <a:solidFill>
                <a:srgbClr val="434343"/>
              </a:solidFill>
            </a:endParaRPr>
          </a:p>
          <a:p>
            <a:pPr indent="0" lvl="0" marL="0" marR="0" rtl="0" algn="l">
              <a:lnSpc>
                <a:spcPct val="115000"/>
              </a:lnSpc>
              <a:spcBef>
                <a:spcPts val="0"/>
              </a:spcBef>
              <a:spcAft>
                <a:spcPts val="0"/>
              </a:spcAft>
              <a:buClr>
                <a:schemeClr val="dk2"/>
              </a:buClr>
              <a:buSzPts val="450"/>
              <a:buFont typeface="Arial"/>
              <a:buNone/>
            </a:pPr>
            <a:r>
              <a:rPr i="1" lang="en" sz="1400" u="sng">
                <a:solidFill>
                  <a:srgbClr val="434343"/>
                </a:solidFill>
              </a:rPr>
              <a:t>AJAX is the art of exchanging data with a server, and update parts of a web page - without reloading the whole page.</a:t>
            </a:r>
            <a:endParaRPr i="1" sz="1400" u="sng">
              <a:solidFill>
                <a:srgbClr val="434343"/>
              </a:solidFill>
            </a:endParaRPr>
          </a:p>
        </p:txBody>
      </p:sp>
    </p:spTree>
  </p:cSld>
  <p:clrMapOvr>
    <a:masterClrMapping/>
  </p:clrMapOvr>
  <p:transition spd="slow">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0B5394"/>
        </a:solidFill>
      </p:bgPr>
    </p:bg>
    <p:spTree>
      <p:nvGrpSpPr>
        <p:cNvPr id="102" name="Shape 102"/>
        <p:cNvGrpSpPr/>
        <p:nvPr/>
      </p:nvGrpSpPr>
      <p:grpSpPr>
        <a:xfrm>
          <a:off x="0" y="0"/>
          <a:ext cx="0" cy="0"/>
          <a:chOff x="0" y="0"/>
          <a:chExt cx="0" cy="0"/>
        </a:xfrm>
      </p:grpSpPr>
      <p:sp>
        <p:nvSpPr>
          <p:cNvPr id="103" name="Google Shape;103;p6"/>
          <p:cNvSpPr txBox="1"/>
          <p:nvPr>
            <p:ph type="title"/>
          </p:nvPr>
        </p:nvSpPr>
        <p:spPr>
          <a:xfrm>
            <a:off x="323528" y="2215075"/>
            <a:ext cx="8520599" cy="572699"/>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750"/>
              <a:buFont typeface="Arial"/>
              <a:buNone/>
            </a:pPr>
            <a:r>
              <a:rPr b="1" i="0" lang="en" sz="3000" u="none" cap="none" strike="noStrike">
                <a:solidFill>
                  <a:srgbClr val="FFFFFF"/>
                </a:solidFill>
                <a:latin typeface="Arial"/>
                <a:ea typeface="Arial"/>
                <a:cs typeface="Arial"/>
                <a:sym typeface="Arial"/>
              </a:rPr>
              <a:t>jQuery &amp; ajax</a:t>
            </a:r>
            <a:endParaRPr/>
          </a:p>
        </p:txBody>
      </p:sp>
    </p:spTree>
  </p:cSld>
  <p:clrMapOvr>
    <a:masterClrMapping/>
  </p:clrMapOvr>
  <p:transition spd="slow">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07" name="Shape 107"/>
        <p:cNvGrpSpPr/>
        <p:nvPr/>
      </p:nvGrpSpPr>
      <p:grpSpPr>
        <a:xfrm>
          <a:off x="0" y="0"/>
          <a:ext cx="0" cy="0"/>
          <a:chOff x="0" y="0"/>
          <a:chExt cx="0" cy="0"/>
        </a:xfrm>
      </p:grpSpPr>
      <p:sp>
        <p:nvSpPr>
          <p:cNvPr id="108" name="Google Shape;108;p7"/>
          <p:cNvSpPr/>
          <p:nvPr/>
        </p:nvSpPr>
        <p:spPr>
          <a:xfrm>
            <a:off x="0" y="0"/>
            <a:ext cx="9144000" cy="764398"/>
          </a:xfrm>
          <a:prstGeom prst="rect">
            <a:avLst/>
          </a:prstGeom>
          <a:solidFill>
            <a:srgbClr val="0D65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7"/>
          <p:cNvSpPr txBox="1"/>
          <p:nvPr/>
        </p:nvSpPr>
        <p:spPr>
          <a:xfrm>
            <a:off x="0" y="57950"/>
            <a:ext cx="6805500" cy="687300"/>
          </a:xfrm>
          <a:prstGeom prst="rect">
            <a:avLst/>
          </a:prstGeom>
          <a:solidFill>
            <a:srgbClr val="0D65B5"/>
          </a:solidFill>
          <a:ln>
            <a:noFill/>
          </a:ln>
        </p:spPr>
        <p:txBody>
          <a:bodyPr anchorCtr="0" anchor="b" bIns="91425" lIns="91425" spcFirstLastPara="1" rIns="91425" wrap="square" tIns="91425">
            <a:noAutofit/>
          </a:bodyPr>
          <a:lstStyle/>
          <a:p>
            <a:pPr indent="381000" lvl="0" marL="0" marR="0" rtl="0" algn="l">
              <a:lnSpc>
                <a:spcPct val="115000"/>
              </a:lnSpc>
              <a:spcBef>
                <a:spcPts val="0"/>
              </a:spcBef>
              <a:spcAft>
                <a:spcPts val="0"/>
              </a:spcAft>
              <a:buClr>
                <a:schemeClr val="dk1"/>
              </a:buClr>
              <a:buSzPts val="600"/>
              <a:buFont typeface="Arial"/>
              <a:buNone/>
            </a:pPr>
            <a:r>
              <a:rPr b="1" lang="en" sz="2400">
                <a:solidFill>
                  <a:srgbClr val="FFFFFF"/>
                </a:solidFill>
              </a:rPr>
              <a:t>jQuery &amp; ajax</a:t>
            </a:r>
            <a:endParaRPr/>
          </a:p>
        </p:txBody>
      </p:sp>
      <p:sp>
        <p:nvSpPr>
          <p:cNvPr id="110" name="Google Shape;110;p7"/>
          <p:cNvSpPr txBox="1"/>
          <p:nvPr>
            <p:ph idx="1" type="body"/>
          </p:nvPr>
        </p:nvSpPr>
        <p:spPr>
          <a:xfrm>
            <a:off x="311700" y="1152475"/>
            <a:ext cx="8341200" cy="3416400"/>
          </a:xfrm>
          <a:prstGeom prst="rect">
            <a:avLst/>
          </a:prstGeom>
          <a:noFill/>
          <a:ln>
            <a:noFill/>
          </a:ln>
        </p:spPr>
        <p:txBody>
          <a:bodyPr anchorCtr="0" anchor="t" bIns="91425" lIns="91425" spcFirstLastPara="1" rIns="91425" wrap="square" tIns="91425">
            <a:noAutofit/>
          </a:bodyPr>
          <a:lstStyle/>
          <a:p>
            <a:pPr indent="0" lvl="0" marL="0" rtl="0" algn="l">
              <a:spcBef>
                <a:spcPts val="1800"/>
              </a:spcBef>
              <a:spcAft>
                <a:spcPts val="0"/>
              </a:spcAft>
              <a:buNone/>
            </a:pPr>
            <a:r>
              <a:rPr b="1" lang="en" sz="1700">
                <a:solidFill>
                  <a:srgbClr val="434343"/>
                </a:solidFill>
              </a:rPr>
              <a:t>Loading Simple Data</a:t>
            </a:r>
            <a:endParaRPr b="1" sz="1700">
              <a:solidFill>
                <a:srgbClr val="434343"/>
              </a:solidFill>
            </a:endParaRPr>
          </a:p>
          <a:p>
            <a:pPr indent="0" lvl="0" marL="0" rtl="0" algn="l">
              <a:spcBef>
                <a:spcPts val="1800"/>
              </a:spcBef>
              <a:spcAft>
                <a:spcPts val="0"/>
              </a:spcAft>
              <a:buNone/>
            </a:pPr>
            <a:r>
              <a:rPr b="1" lang="en" sz="1100">
                <a:solidFill>
                  <a:srgbClr val="3C78D8"/>
                </a:solidFill>
              </a:rPr>
              <a:t>[selector].</a:t>
            </a:r>
            <a:r>
              <a:rPr lang="en" sz="1100">
                <a:solidFill>
                  <a:srgbClr val="3C78D8"/>
                </a:solidFill>
              </a:rPr>
              <a:t>load( URL, [data], [callback] );</a:t>
            </a:r>
            <a:endParaRPr sz="1100">
              <a:solidFill>
                <a:srgbClr val="3C78D8"/>
              </a:solidFill>
            </a:endParaRPr>
          </a:p>
          <a:p>
            <a:pPr indent="-298450" lvl="0" marL="457200" rtl="0" algn="l">
              <a:spcBef>
                <a:spcPts val="1200"/>
              </a:spcBef>
              <a:spcAft>
                <a:spcPts val="0"/>
              </a:spcAft>
              <a:buClr>
                <a:srgbClr val="434343"/>
              </a:buClr>
              <a:buSzPts val="1100"/>
              <a:buChar char="●"/>
            </a:pPr>
            <a:r>
              <a:rPr b="1" i="1" lang="en" sz="1100">
                <a:solidFill>
                  <a:srgbClr val="434343"/>
                </a:solidFill>
              </a:rPr>
              <a:t>URL</a:t>
            </a:r>
            <a:r>
              <a:rPr i="1" lang="en" sz="1100">
                <a:solidFill>
                  <a:srgbClr val="434343"/>
                </a:solidFill>
              </a:rPr>
              <a:t> − The URL of the server-side resource to which the request is sent. It could be a CGI, ASP, JSP, or PHP script which generates data dynamically or out of a database.</a:t>
            </a:r>
            <a:endParaRPr i="1" sz="1100">
              <a:solidFill>
                <a:srgbClr val="434343"/>
              </a:solidFill>
            </a:endParaRPr>
          </a:p>
          <a:p>
            <a:pPr indent="-298450" lvl="0" marL="457200" rtl="0" algn="l">
              <a:spcBef>
                <a:spcPts val="0"/>
              </a:spcBef>
              <a:spcAft>
                <a:spcPts val="0"/>
              </a:spcAft>
              <a:buClr>
                <a:srgbClr val="434343"/>
              </a:buClr>
              <a:buSzPts val="1100"/>
              <a:buChar char="●"/>
            </a:pPr>
            <a:r>
              <a:rPr b="1" i="1" lang="en" sz="1100">
                <a:solidFill>
                  <a:srgbClr val="434343"/>
                </a:solidFill>
              </a:rPr>
              <a:t>data</a:t>
            </a:r>
            <a:r>
              <a:rPr i="1" lang="en" sz="1100">
                <a:solidFill>
                  <a:srgbClr val="434343"/>
                </a:solidFill>
              </a:rPr>
              <a:t> − This optional parameter represents an object whose properties are serialized into properly encoded parameters to be passed to the request. If specified, the request is made using the </a:t>
            </a:r>
            <a:r>
              <a:rPr b="1" i="1" lang="en" sz="1100">
                <a:solidFill>
                  <a:srgbClr val="434343"/>
                </a:solidFill>
              </a:rPr>
              <a:t>POST</a:t>
            </a:r>
            <a:r>
              <a:rPr i="1" lang="en" sz="1100">
                <a:solidFill>
                  <a:srgbClr val="434343"/>
                </a:solidFill>
              </a:rPr>
              <a:t> method. If omitted, the </a:t>
            </a:r>
            <a:r>
              <a:rPr b="1" i="1" lang="en" sz="1100">
                <a:solidFill>
                  <a:srgbClr val="434343"/>
                </a:solidFill>
              </a:rPr>
              <a:t>GET</a:t>
            </a:r>
            <a:r>
              <a:rPr i="1" lang="en" sz="1100">
                <a:solidFill>
                  <a:srgbClr val="434343"/>
                </a:solidFill>
              </a:rPr>
              <a:t> method is used.</a:t>
            </a:r>
            <a:endParaRPr i="1" sz="1100">
              <a:solidFill>
                <a:srgbClr val="434343"/>
              </a:solidFill>
            </a:endParaRPr>
          </a:p>
          <a:p>
            <a:pPr indent="-298450" lvl="0" marL="457200" rtl="0" algn="l">
              <a:spcBef>
                <a:spcPts val="0"/>
              </a:spcBef>
              <a:spcAft>
                <a:spcPts val="0"/>
              </a:spcAft>
              <a:buClr>
                <a:srgbClr val="434343"/>
              </a:buClr>
              <a:buSzPts val="1100"/>
              <a:buChar char="●"/>
            </a:pPr>
            <a:r>
              <a:rPr b="1" i="1" lang="en" sz="1100">
                <a:solidFill>
                  <a:srgbClr val="434343"/>
                </a:solidFill>
              </a:rPr>
              <a:t>callback</a:t>
            </a:r>
            <a:r>
              <a:rPr i="1" lang="en" sz="1100">
                <a:solidFill>
                  <a:srgbClr val="434343"/>
                </a:solidFill>
              </a:rPr>
              <a:t> − A callback function invoked after the response data has been loaded into the elements of the matched set. The first parameter passed to this function is the response text received from the server and second parameter is the status code.</a:t>
            </a:r>
            <a:endParaRPr i="1" sz="1100">
              <a:solidFill>
                <a:srgbClr val="434343"/>
              </a:solidFill>
            </a:endParaRPr>
          </a:p>
          <a:p>
            <a:pPr indent="0" lvl="0" marL="0" rtl="0" algn="l">
              <a:spcBef>
                <a:spcPts val="1800"/>
              </a:spcBef>
              <a:spcAft>
                <a:spcPts val="0"/>
              </a:spcAft>
              <a:buClr>
                <a:schemeClr val="dk1"/>
              </a:buClr>
              <a:buSzPts val="1100"/>
              <a:buFont typeface="Arial"/>
              <a:buNone/>
            </a:pPr>
            <a:r>
              <a:t/>
            </a:r>
            <a:endParaRPr b="1" sz="1700">
              <a:solidFill>
                <a:srgbClr val="434343"/>
              </a:solidFill>
            </a:endParaRPr>
          </a:p>
          <a:p>
            <a:pPr indent="0" lvl="0" marL="0" marR="0" rtl="0" algn="l">
              <a:lnSpc>
                <a:spcPct val="115000"/>
              </a:lnSpc>
              <a:spcBef>
                <a:spcPts val="1600"/>
              </a:spcBef>
              <a:spcAft>
                <a:spcPts val="0"/>
              </a:spcAft>
              <a:buNone/>
            </a:pPr>
            <a:r>
              <a:t/>
            </a:r>
            <a:endParaRPr sz="1800">
              <a:uFill>
                <a:noFill/>
              </a:uFill>
              <a:hlinkClick r:id="rId3"/>
            </a:endParaRPr>
          </a:p>
          <a:p>
            <a:pPr indent="-342900" lvl="0" marL="342900" marR="0" rtl="0" algn="l">
              <a:lnSpc>
                <a:spcPct val="115000"/>
              </a:lnSpc>
              <a:spcBef>
                <a:spcPts val="1600"/>
              </a:spcBef>
              <a:spcAft>
                <a:spcPts val="0"/>
              </a:spcAft>
              <a:buClr>
                <a:schemeClr val="dk2"/>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1600"/>
              </a:spcBef>
              <a:spcAft>
                <a:spcPts val="0"/>
              </a:spcAft>
              <a:buClr>
                <a:schemeClr val="dk2"/>
              </a:buClr>
              <a:buSzPts val="45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ransition spd="slow">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14" name="Shape 114"/>
        <p:cNvGrpSpPr/>
        <p:nvPr/>
      </p:nvGrpSpPr>
      <p:grpSpPr>
        <a:xfrm>
          <a:off x="0" y="0"/>
          <a:ext cx="0" cy="0"/>
          <a:chOff x="0" y="0"/>
          <a:chExt cx="0" cy="0"/>
        </a:xfrm>
      </p:grpSpPr>
      <p:sp>
        <p:nvSpPr>
          <p:cNvPr id="115" name="Google Shape;115;g5aed8a2594_0_1"/>
          <p:cNvSpPr/>
          <p:nvPr/>
        </p:nvSpPr>
        <p:spPr>
          <a:xfrm>
            <a:off x="0" y="0"/>
            <a:ext cx="9144000" cy="764400"/>
          </a:xfrm>
          <a:prstGeom prst="rect">
            <a:avLst/>
          </a:prstGeom>
          <a:solidFill>
            <a:srgbClr val="0D65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g5aed8a2594_0_1"/>
          <p:cNvSpPr txBox="1"/>
          <p:nvPr/>
        </p:nvSpPr>
        <p:spPr>
          <a:xfrm>
            <a:off x="0" y="57950"/>
            <a:ext cx="6805500" cy="687300"/>
          </a:xfrm>
          <a:prstGeom prst="rect">
            <a:avLst/>
          </a:prstGeom>
          <a:solidFill>
            <a:srgbClr val="0D65B5"/>
          </a:solidFill>
          <a:ln>
            <a:noFill/>
          </a:ln>
        </p:spPr>
        <p:txBody>
          <a:bodyPr anchorCtr="0" anchor="b" bIns="91425" lIns="91425" spcFirstLastPara="1" rIns="91425" wrap="square" tIns="91425">
            <a:noAutofit/>
          </a:bodyPr>
          <a:lstStyle/>
          <a:p>
            <a:pPr indent="381000" lvl="0" marL="0" marR="0" rtl="0" algn="l">
              <a:lnSpc>
                <a:spcPct val="115000"/>
              </a:lnSpc>
              <a:spcBef>
                <a:spcPts val="0"/>
              </a:spcBef>
              <a:spcAft>
                <a:spcPts val="0"/>
              </a:spcAft>
              <a:buClr>
                <a:schemeClr val="dk1"/>
              </a:buClr>
              <a:buSzPts val="600"/>
              <a:buFont typeface="Arial"/>
              <a:buNone/>
            </a:pPr>
            <a:r>
              <a:rPr b="1" lang="en" sz="2400">
                <a:solidFill>
                  <a:srgbClr val="FFFFFF"/>
                </a:solidFill>
              </a:rPr>
              <a:t>jQuery &amp; ajax</a:t>
            </a:r>
            <a:endParaRPr/>
          </a:p>
        </p:txBody>
      </p:sp>
      <p:sp>
        <p:nvSpPr>
          <p:cNvPr id="117" name="Google Shape;117;g5aed8a2594_0_1"/>
          <p:cNvSpPr txBox="1"/>
          <p:nvPr>
            <p:ph idx="1" type="body"/>
          </p:nvPr>
        </p:nvSpPr>
        <p:spPr>
          <a:xfrm>
            <a:off x="311700" y="1152475"/>
            <a:ext cx="8341200" cy="3416400"/>
          </a:xfrm>
          <a:prstGeom prst="rect">
            <a:avLst/>
          </a:prstGeom>
          <a:noFill/>
          <a:ln>
            <a:noFill/>
          </a:ln>
        </p:spPr>
        <p:txBody>
          <a:bodyPr anchorCtr="0" anchor="t" bIns="91425" lIns="91425" spcFirstLastPara="1" rIns="91425" wrap="square" tIns="91425">
            <a:noAutofit/>
          </a:bodyPr>
          <a:lstStyle/>
          <a:p>
            <a:pPr indent="0" lvl="0" marL="0" rtl="0" algn="l">
              <a:spcBef>
                <a:spcPts val="1800"/>
              </a:spcBef>
              <a:spcAft>
                <a:spcPts val="0"/>
              </a:spcAft>
              <a:buClr>
                <a:schemeClr val="dk1"/>
              </a:buClr>
              <a:buSzPts val="1100"/>
              <a:buFont typeface="Arial"/>
              <a:buNone/>
            </a:pPr>
            <a:r>
              <a:rPr b="1" lang="en" sz="1700">
                <a:solidFill>
                  <a:srgbClr val="434343"/>
                </a:solidFill>
              </a:rPr>
              <a:t>Getting JSON Data</a:t>
            </a:r>
            <a:endParaRPr b="1" sz="1700">
              <a:solidFill>
                <a:srgbClr val="434343"/>
              </a:solidFill>
            </a:endParaRPr>
          </a:p>
          <a:p>
            <a:pPr indent="0" lvl="0" marL="0" rtl="0" algn="l">
              <a:spcBef>
                <a:spcPts val="1800"/>
              </a:spcBef>
              <a:spcAft>
                <a:spcPts val="0"/>
              </a:spcAft>
              <a:buClr>
                <a:schemeClr val="dk1"/>
              </a:buClr>
              <a:buSzPts val="1100"/>
              <a:buFont typeface="Arial"/>
              <a:buNone/>
            </a:pPr>
            <a:r>
              <a:rPr b="1" lang="en" sz="1700">
                <a:solidFill>
                  <a:srgbClr val="434343"/>
                </a:solidFill>
              </a:rPr>
              <a:t>...</a:t>
            </a:r>
            <a:endParaRPr b="1" sz="1700">
              <a:solidFill>
                <a:srgbClr val="434343"/>
              </a:solidFill>
            </a:endParaRPr>
          </a:p>
          <a:p>
            <a:pPr indent="0" lvl="0" marL="0" rtl="0" algn="l">
              <a:spcBef>
                <a:spcPts val="1800"/>
              </a:spcBef>
              <a:spcAft>
                <a:spcPts val="0"/>
              </a:spcAft>
              <a:buClr>
                <a:schemeClr val="dk1"/>
              </a:buClr>
              <a:buSzPts val="1100"/>
              <a:buFont typeface="Arial"/>
              <a:buNone/>
            </a:pPr>
            <a:r>
              <a:t/>
            </a:r>
            <a:endParaRPr b="1" sz="1700">
              <a:solidFill>
                <a:srgbClr val="434343"/>
              </a:solidFill>
            </a:endParaRPr>
          </a:p>
          <a:p>
            <a:pPr indent="0" lvl="0" marL="0" marR="0" rtl="0" algn="l">
              <a:lnSpc>
                <a:spcPct val="115000"/>
              </a:lnSpc>
              <a:spcBef>
                <a:spcPts val="1600"/>
              </a:spcBef>
              <a:spcAft>
                <a:spcPts val="0"/>
              </a:spcAft>
              <a:buNone/>
            </a:pPr>
            <a:r>
              <a:t/>
            </a:r>
            <a:endParaRPr sz="1800">
              <a:uFill>
                <a:noFill/>
              </a:uFill>
              <a:hlinkClick r:id="rId3"/>
            </a:endParaRPr>
          </a:p>
          <a:p>
            <a:pPr indent="-342900" lvl="0" marL="342900" marR="0" rtl="0" algn="l">
              <a:lnSpc>
                <a:spcPct val="115000"/>
              </a:lnSpc>
              <a:spcBef>
                <a:spcPts val="1600"/>
              </a:spcBef>
              <a:spcAft>
                <a:spcPts val="0"/>
              </a:spcAft>
              <a:buClr>
                <a:schemeClr val="dk2"/>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1600"/>
              </a:spcBef>
              <a:spcAft>
                <a:spcPts val="0"/>
              </a:spcAft>
              <a:buClr>
                <a:schemeClr val="dk2"/>
              </a:buClr>
              <a:buSzPts val="45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ransition spd="slow">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7D0C94"/>
        </a:solidFill>
      </p:bgPr>
    </p:bg>
    <p:spTree>
      <p:nvGrpSpPr>
        <p:cNvPr id="121" name="Shape 121"/>
        <p:cNvGrpSpPr/>
        <p:nvPr/>
      </p:nvGrpSpPr>
      <p:grpSpPr>
        <a:xfrm>
          <a:off x="0" y="0"/>
          <a:ext cx="0" cy="0"/>
          <a:chOff x="0" y="0"/>
          <a:chExt cx="0" cy="0"/>
        </a:xfrm>
      </p:grpSpPr>
      <p:sp>
        <p:nvSpPr>
          <p:cNvPr id="122" name="Google Shape;122;p8"/>
          <p:cNvSpPr txBox="1"/>
          <p:nvPr>
            <p:ph type="title"/>
          </p:nvPr>
        </p:nvSpPr>
        <p:spPr>
          <a:xfrm>
            <a:off x="323528" y="1923678"/>
            <a:ext cx="8520599" cy="572699"/>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chemeClr val="dk1"/>
              </a:buClr>
              <a:buSzPts val="750"/>
              <a:buFont typeface="Arial"/>
              <a:buNone/>
            </a:pPr>
            <a:r>
              <a:rPr b="1" lang="en" sz="3000">
                <a:solidFill>
                  <a:srgbClr val="FFFFFF"/>
                </a:solidFill>
              </a:rPr>
              <a:t>json</a:t>
            </a:r>
            <a:endParaRPr b="1" i="0" sz="3000" u="none" cap="none" strike="noStrike">
              <a:solidFill>
                <a:srgbClr val="FFFFFF"/>
              </a:solidFill>
              <a:latin typeface="Arial"/>
              <a:ea typeface="Arial"/>
              <a:cs typeface="Arial"/>
              <a:sym typeface="Arial"/>
            </a:endParaRPr>
          </a:p>
        </p:txBody>
      </p:sp>
    </p:spTree>
  </p:cSld>
  <p:clrMapOvr>
    <a:masterClrMapping/>
  </p:clrMapOvr>
  <p:transition spd="slow">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26" name="Shape 126"/>
        <p:cNvGrpSpPr/>
        <p:nvPr/>
      </p:nvGrpSpPr>
      <p:grpSpPr>
        <a:xfrm>
          <a:off x="0" y="0"/>
          <a:ext cx="0" cy="0"/>
          <a:chOff x="0" y="0"/>
          <a:chExt cx="0" cy="0"/>
        </a:xfrm>
      </p:grpSpPr>
      <p:sp>
        <p:nvSpPr>
          <p:cNvPr id="127" name="Google Shape;127;p9"/>
          <p:cNvSpPr/>
          <p:nvPr/>
        </p:nvSpPr>
        <p:spPr>
          <a:xfrm>
            <a:off x="0" y="0"/>
            <a:ext cx="9144000" cy="764399"/>
          </a:xfrm>
          <a:prstGeom prst="rect">
            <a:avLst/>
          </a:prstGeom>
          <a:solidFill>
            <a:srgbClr val="7D0C9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9"/>
          <p:cNvSpPr txBox="1"/>
          <p:nvPr/>
        </p:nvSpPr>
        <p:spPr>
          <a:xfrm>
            <a:off x="0" y="57950"/>
            <a:ext cx="6805500" cy="687300"/>
          </a:xfrm>
          <a:prstGeom prst="rect">
            <a:avLst/>
          </a:prstGeom>
          <a:solidFill>
            <a:srgbClr val="7D0C94"/>
          </a:solidFill>
          <a:ln>
            <a:noFill/>
          </a:ln>
        </p:spPr>
        <p:txBody>
          <a:bodyPr anchorCtr="0" anchor="b" bIns="91425" lIns="91425" spcFirstLastPara="1" rIns="91425" wrap="square" tIns="91425">
            <a:noAutofit/>
          </a:bodyPr>
          <a:lstStyle/>
          <a:p>
            <a:pPr indent="381000" lvl="0" marL="0" marR="0" rtl="0" algn="l">
              <a:lnSpc>
                <a:spcPct val="115000"/>
              </a:lnSpc>
              <a:spcBef>
                <a:spcPts val="0"/>
              </a:spcBef>
              <a:spcAft>
                <a:spcPts val="0"/>
              </a:spcAft>
              <a:buClr>
                <a:schemeClr val="dk1"/>
              </a:buClr>
              <a:buSzPts val="600"/>
              <a:buFont typeface="Arial"/>
              <a:buNone/>
            </a:pPr>
            <a:r>
              <a:rPr b="1" lang="en" sz="2400">
                <a:solidFill>
                  <a:srgbClr val="FFFFFF"/>
                </a:solidFill>
              </a:rPr>
              <a:t>json</a:t>
            </a:r>
            <a:endParaRPr/>
          </a:p>
        </p:txBody>
      </p:sp>
      <p:sp>
        <p:nvSpPr>
          <p:cNvPr id="129" name="Google Shape;129;p9"/>
          <p:cNvSpPr txBox="1"/>
          <p:nvPr>
            <p:ph type="title"/>
          </p:nvPr>
        </p:nvSpPr>
        <p:spPr>
          <a:xfrm>
            <a:off x="469252" y="1022773"/>
            <a:ext cx="8135195" cy="4090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lang="en" sz="1400">
                <a:solidFill>
                  <a:srgbClr val="434343"/>
                </a:solidFill>
              </a:rPr>
              <a:t>JavaScript Object Notation</a:t>
            </a:r>
            <a:r>
              <a:rPr lang="en" sz="1400">
                <a:solidFill>
                  <a:srgbClr val="434343"/>
                </a:solidFill>
              </a:rPr>
              <a:t> (</a:t>
            </a:r>
            <a:r>
              <a:rPr b="1" lang="en" sz="1400">
                <a:solidFill>
                  <a:srgbClr val="434343"/>
                </a:solidFill>
              </a:rPr>
              <a:t>JSON</a:t>
            </a:r>
            <a:r>
              <a:rPr lang="en" sz="1400">
                <a:solidFill>
                  <a:srgbClr val="434343"/>
                </a:solidFill>
              </a:rPr>
              <a:t>) </a:t>
            </a:r>
            <a:endParaRPr sz="1400">
              <a:solidFill>
                <a:srgbClr val="434343"/>
              </a:solidFill>
            </a:endParaRPr>
          </a:p>
          <a:p>
            <a:pPr indent="0" lvl="0" marL="0" marR="0" rtl="0" algn="l">
              <a:lnSpc>
                <a:spcPct val="100000"/>
              </a:lnSpc>
              <a:spcBef>
                <a:spcPts val="0"/>
              </a:spcBef>
              <a:spcAft>
                <a:spcPts val="0"/>
              </a:spcAft>
              <a:buClr>
                <a:schemeClr val="dk1"/>
              </a:buClr>
              <a:buSzPts val="1100"/>
              <a:buFont typeface="Arial"/>
              <a:buNone/>
            </a:pPr>
            <a:r>
              <a:rPr lang="en" sz="1400">
                <a:solidFill>
                  <a:srgbClr val="434343"/>
                </a:solidFill>
              </a:rPr>
              <a:t>(</a:t>
            </a:r>
            <a:r>
              <a:rPr lang="en" sz="1400" u="sng">
                <a:solidFill>
                  <a:srgbClr val="434343"/>
                </a:solidFill>
                <a:hlinkClick r:id="rId3"/>
              </a:rPr>
              <a:t>/ˈdʒeɪsən/</a:t>
            </a:r>
            <a:r>
              <a:rPr lang="en" sz="1400">
                <a:solidFill>
                  <a:srgbClr val="434343"/>
                </a:solidFill>
              </a:rPr>
              <a:t> ) </a:t>
            </a:r>
            <a:endParaRPr sz="1400">
              <a:solidFill>
                <a:srgbClr val="434343"/>
              </a:solidFill>
            </a:endParaRPr>
          </a:p>
          <a:p>
            <a:pPr indent="0" lvl="0" marL="0" marR="0" rtl="0" algn="l">
              <a:lnSpc>
                <a:spcPct val="100000"/>
              </a:lnSpc>
              <a:spcBef>
                <a:spcPts val="0"/>
              </a:spcBef>
              <a:spcAft>
                <a:spcPts val="0"/>
              </a:spcAft>
              <a:buClr>
                <a:schemeClr val="dk1"/>
              </a:buClr>
              <a:buSzPts val="1100"/>
              <a:buFont typeface="Arial"/>
              <a:buNone/>
            </a:pPr>
            <a:r>
              <a:rPr lang="en" sz="1400">
                <a:solidFill>
                  <a:srgbClr val="434343"/>
                </a:solidFill>
              </a:rPr>
              <a:t>is an</a:t>
            </a:r>
            <a:r>
              <a:rPr lang="en" sz="1400">
                <a:solidFill>
                  <a:srgbClr val="434343"/>
                </a:solidFill>
                <a:uFill>
                  <a:noFill/>
                </a:uFill>
                <a:hlinkClick r:id="rId4"/>
              </a:rPr>
              <a:t> </a:t>
            </a:r>
            <a:r>
              <a:rPr lang="en" sz="1400" u="sng">
                <a:solidFill>
                  <a:srgbClr val="434343"/>
                </a:solidFill>
                <a:hlinkClick r:id="rId5"/>
              </a:rPr>
              <a:t>open-standard</a:t>
            </a:r>
            <a:r>
              <a:rPr lang="en" sz="1400">
                <a:solidFill>
                  <a:srgbClr val="434343"/>
                </a:solidFill>
                <a:uFill>
                  <a:noFill/>
                </a:uFill>
                <a:hlinkClick r:id="rId6"/>
              </a:rPr>
              <a:t> </a:t>
            </a:r>
            <a:r>
              <a:rPr lang="en" sz="1400" u="sng">
                <a:solidFill>
                  <a:srgbClr val="434343"/>
                </a:solidFill>
                <a:hlinkClick r:id="rId7"/>
              </a:rPr>
              <a:t>file format</a:t>
            </a:r>
            <a:r>
              <a:rPr lang="en" sz="1400">
                <a:solidFill>
                  <a:srgbClr val="434343"/>
                </a:solidFill>
              </a:rPr>
              <a:t> that uses</a:t>
            </a:r>
            <a:r>
              <a:rPr lang="en" sz="1400">
                <a:solidFill>
                  <a:srgbClr val="434343"/>
                </a:solidFill>
                <a:uFill>
                  <a:noFill/>
                </a:uFill>
                <a:hlinkClick r:id="rId8"/>
              </a:rPr>
              <a:t> </a:t>
            </a:r>
            <a:r>
              <a:rPr lang="en" sz="1400" u="sng">
                <a:solidFill>
                  <a:srgbClr val="434343"/>
                </a:solidFill>
                <a:hlinkClick r:id="rId9"/>
              </a:rPr>
              <a:t>human-readable</a:t>
            </a:r>
            <a:r>
              <a:rPr lang="en" sz="1400">
                <a:solidFill>
                  <a:srgbClr val="434343"/>
                </a:solidFill>
              </a:rPr>
              <a:t> text to transmit data objects consisting of</a:t>
            </a:r>
            <a:r>
              <a:rPr lang="en" sz="1400">
                <a:solidFill>
                  <a:srgbClr val="434343"/>
                </a:solidFill>
                <a:uFill>
                  <a:noFill/>
                </a:uFill>
                <a:hlinkClick r:id="rId10"/>
              </a:rPr>
              <a:t> </a:t>
            </a:r>
            <a:r>
              <a:rPr lang="en" sz="1400" u="sng">
                <a:solidFill>
                  <a:srgbClr val="434343"/>
                </a:solidFill>
                <a:hlinkClick r:id="rId11"/>
              </a:rPr>
              <a:t>attribute–value pairs</a:t>
            </a:r>
            <a:r>
              <a:rPr lang="en" sz="1400">
                <a:solidFill>
                  <a:srgbClr val="434343"/>
                </a:solidFill>
              </a:rPr>
              <a:t> and</a:t>
            </a:r>
            <a:r>
              <a:rPr lang="en" sz="1400">
                <a:solidFill>
                  <a:srgbClr val="434343"/>
                </a:solidFill>
                <a:uFill>
                  <a:noFill/>
                </a:uFill>
                <a:hlinkClick r:id="rId12"/>
              </a:rPr>
              <a:t> </a:t>
            </a:r>
            <a:r>
              <a:rPr lang="en" sz="1400" u="sng">
                <a:solidFill>
                  <a:srgbClr val="434343"/>
                </a:solidFill>
                <a:hlinkClick r:id="rId13"/>
              </a:rPr>
              <a:t>array data types</a:t>
            </a:r>
            <a:r>
              <a:rPr lang="en" sz="1400">
                <a:solidFill>
                  <a:srgbClr val="434343"/>
                </a:solidFill>
              </a:rPr>
              <a:t> (or any other</a:t>
            </a:r>
            <a:r>
              <a:rPr lang="en" sz="1400">
                <a:solidFill>
                  <a:srgbClr val="434343"/>
                </a:solidFill>
                <a:uFill>
                  <a:noFill/>
                </a:uFill>
                <a:hlinkClick r:id="rId14"/>
              </a:rPr>
              <a:t> </a:t>
            </a:r>
            <a:r>
              <a:rPr lang="en" sz="1400" u="sng">
                <a:solidFill>
                  <a:srgbClr val="434343"/>
                </a:solidFill>
                <a:hlinkClick r:id="rId15"/>
              </a:rPr>
              <a:t>serializable</a:t>
            </a:r>
            <a:r>
              <a:rPr lang="en" sz="1400">
                <a:solidFill>
                  <a:srgbClr val="434343"/>
                </a:solidFill>
              </a:rPr>
              <a:t> value). </a:t>
            </a:r>
            <a:endParaRPr sz="1400">
              <a:solidFill>
                <a:srgbClr val="434343"/>
              </a:solidFill>
            </a:endParaRPr>
          </a:p>
          <a:p>
            <a:pPr indent="0" lvl="0" marL="0" marR="0" rtl="0" algn="l">
              <a:lnSpc>
                <a:spcPct val="100000"/>
              </a:lnSpc>
              <a:spcBef>
                <a:spcPts val="0"/>
              </a:spcBef>
              <a:spcAft>
                <a:spcPts val="0"/>
              </a:spcAft>
              <a:buClr>
                <a:schemeClr val="dk1"/>
              </a:buClr>
              <a:buSzPts val="1100"/>
              <a:buFont typeface="Arial"/>
              <a:buNone/>
            </a:pPr>
            <a:r>
              <a:t/>
            </a:r>
            <a:endParaRPr sz="1400">
              <a:solidFill>
                <a:srgbClr val="434343"/>
              </a:solidFill>
            </a:endParaRPr>
          </a:p>
          <a:p>
            <a:pPr indent="0" lvl="0" marL="0" marR="0" rtl="0" algn="l">
              <a:lnSpc>
                <a:spcPct val="100000"/>
              </a:lnSpc>
              <a:spcBef>
                <a:spcPts val="0"/>
              </a:spcBef>
              <a:spcAft>
                <a:spcPts val="0"/>
              </a:spcAft>
              <a:buClr>
                <a:schemeClr val="dk1"/>
              </a:buClr>
              <a:buSzPts val="1100"/>
              <a:buFont typeface="Arial"/>
              <a:buNone/>
            </a:pPr>
            <a:r>
              <a:rPr lang="en" sz="1400">
                <a:solidFill>
                  <a:srgbClr val="434343"/>
                </a:solidFill>
              </a:rPr>
              <a:t>It is a very common</a:t>
            </a:r>
            <a:r>
              <a:rPr lang="en" sz="1400">
                <a:solidFill>
                  <a:srgbClr val="434343"/>
                </a:solidFill>
                <a:uFill>
                  <a:noFill/>
                </a:uFill>
                <a:hlinkClick r:id="rId16"/>
              </a:rPr>
              <a:t> </a:t>
            </a:r>
            <a:r>
              <a:rPr lang="en" sz="1400" u="sng">
                <a:solidFill>
                  <a:srgbClr val="434343"/>
                </a:solidFill>
                <a:hlinkClick r:id="rId17"/>
              </a:rPr>
              <a:t>data</a:t>
            </a:r>
            <a:r>
              <a:rPr lang="en" sz="1400">
                <a:solidFill>
                  <a:srgbClr val="434343"/>
                </a:solidFill>
              </a:rPr>
              <a:t> format used for</a:t>
            </a:r>
            <a:r>
              <a:rPr lang="en" sz="1400">
                <a:solidFill>
                  <a:srgbClr val="434343"/>
                </a:solidFill>
                <a:uFill>
                  <a:noFill/>
                </a:uFill>
                <a:hlinkClick r:id="rId18"/>
              </a:rPr>
              <a:t> </a:t>
            </a:r>
            <a:r>
              <a:rPr lang="en" sz="1400" u="sng">
                <a:solidFill>
                  <a:srgbClr val="434343"/>
                </a:solidFill>
                <a:hlinkClick r:id="rId19"/>
              </a:rPr>
              <a:t>asynchronous</a:t>
            </a:r>
            <a:r>
              <a:rPr lang="en" sz="1400">
                <a:solidFill>
                  <a:srgbClr val="434343"/>
                </a:solidFill>
              </a:rPr>
              <a:t> browser–server communication /</a:t>
            </a:r>
            <a:r>
              <a:rPr lang="en" sz="1400" u="sng">
                <a:solidFill>
                  <a:srgbClr val="434343"/>
                </a:solidFill>
                <a:hlinkClick r:id="rId20"/>
              </a:rPr>
              <a:t>AJAX</a:t>
            </a:r>
            <a:r>
              <a:rPr lang="en" sz="1400">
                <a:solidFill>
                  <a:srgbClr val="434343"/>
                </a:solidFill>
              </a:rPr>
              <a:t>-style systems/.</a:t>
            </a:r>
            <a:endParaRPr sz="1400">
              <a:solidFill>
                <a:srgbClr val="434343"/>
              </a:solidFill>
            </a:endParaRPr>
          </a:p>
          <a:p>
            <a:pPr indent="0" lvl="0" marL="0" marR="0" rtl="0" algn="l">
              <a:lnSpc>
                <a:spcPct val="100000"/>
              </a:lnSpc>
              <a:spcBef>
                <a:spcPts val="0"/>
              </a:spcBef>
              <a:spcAft>
                <a:spcPts val="0"/>
              </a:spcAft>
              <a:buClr>
                <a:schemeClr val="dk1"/>
              </a:buClr>
              <a:buSzPts val="1100"/>
              <a:buFont typeface="Arial"/>
              <a:buNone/>
            </a:pPr>
            <a:r>
              <a:t/>
            </a:r>
            <a:endParaRPr sz="1400">
              <a:solidFill>
                <a:srgbClr val="434343"/>
              </a:solidFill>
              <a:uFill>
                <a:noFill/>
              </a:uFill>
              <a:hlinkClick r:id="rId21"/>
            </a:endParaRPr>
          </a:p>
          <a:p>
            <a:pPr indent="0" lvl="0" marL="0" marR="0" rtl="0" algn="l">
              <a:lnSpc>
                <a:spcPct val="100000"/>
              </a:lnSpc>
              <a:spcBef>
                <a:spcPts val="0"/>
              </a:spcBef>
              <a:spcAft>
                <a:spcPts val="0"/>
              </a:spcAft>
              <a:buClr>
                <a:schemeClr val="dk1"/>
              </a:buClr>
              <a:buSzPts val="1100"/>
              <a:buFont typeface="Arial"/>
              <a:buNone/>
            </a:pPr>
            <a:r>
              <a:rPr lang="en" sz="1400">
                <a:solidFill>
                  <a:srgbClr val="434343"/>
                </a:solidFill>
              </a:rPr>
              <a:t>JSON is a</a:t>
            </a:r>
            <a:r>
              <a:rPr lang="en" sz="1400">
                <a:solidFill>
                  <a:srgbClr val="434343"/>
                </a:solidFill>
                <a:uFill>
                  <a:noFill/>
                </a:uFill>
                <a:hlinkClick r:id="rId22"/>
              </a:rPr>
              <a:t> </a:t>
            </a:r>
            <a:r>
              <a:rPr lang="en" sz="1400" u="sng">
                <a:solidFill>
                  <a:srgbClr val="434343"/>
                </a:solidFill>
                <a:hlinkClick r:id="rId23"/>
              </a:rPr>
              <a:t>language-independent</a:t>
            </a:r>
            <a:r>
              <a:rPr lang="en" sz="1400">
                <a:solidFill>
                  <a:srgbClr val="434343"/>
                </a:solidFill>
              </a:rPr>
              <a:t> data format. </a:t>
            </a:r>
            <a:endParaRPr sz="1400">
              <a:solidFill>
                <a:srgbClr val="434343"/>
              </a:solidFill>
            </a:endParaRPr>
          </a:p>
          <a:p>
            <a:pPr indent="0" lvl="0" marL="0" marR="0" rtl="0" algn="l">
              <a:lnSpc>
                <a:spcPct val="100000"/>
              </a:lnSpc>
              <a:spcBef>
                <a:spcPts val="0"/>
              </a:spcBef>
              <a:spcAft>
                <a:spcPts val="0"/>
              </a:spcAft>
              <a:buClr>
                <a:schemeClr val="dk1"/>
              </a:buClr>
              <a:buSzPts val="1100"/>
              <a:buFont typeface="Arial"/>
              <a:buNone/>
            </a:pPr>
            <a:r>
              <a:t/>
            </a:r>
            <a:endParaRPr sz="1400">
              <a:solidFill>
                <a:srgbClr val="434343"/>
              </a:solidFill>
            </a:endParaRPr>
          </a:p>
          <a:p>
            <a:pPr indent="0" lvl="0" marL="0" marR="0" rtl="0" algn="l">
              <a:lnSpc>
                <a:spcPct val="100000"/>
              </a:lnSpc>
              <a:spcBef>
                <a:spcPts val="0"/>
              </a:spcBef>
              <a:spcAft>
                <a:spcPts val="0"/>
              </a:spcAft>
              <a:buClr>
                <a:schemeClr val="dk1"/>
              </a:buClr>
              <a:buSzPts val="1100"/>
              <a:buFont typeface="Arial"/>
              <a:buNone/>
            </a:pPr>
            <a:r>
              <a:rPr lang="en" sz="1400">
                <a:solidFill>
                  <a:srgbClr val="434343"/>
                </a:solidFill>
              </a:rPr>
              <a:t>It was derived from</a:t>
            </a:r>
            <a:r>
              <a:rPr lang="en" sz="1400">
                <a:solidFill>
                  <a:srgbClr val="434343"/>
                </a:solidFill>
                <a:uFill>
                  <a:noFill/>
                </a:uFill>
                <a:hlinkClick r:id="rId24"/>
              </a:rPr>
              <a:t> </a:t>
            </a:r>
            <a:r>
              <a:rPr lang="en" sz="1400" u="sng">
                <a:solidFill>
                  <a:srgbClr val="434343"/>
                </a:solidFill>
                <a:hlinkClick r:id="rId25"/>
              </a:rPr>
              <a:t>JavaScript</a:t>
            </a:r>
            <a:r>
              <a:rPr lang="en" sz="1400">
                <a:solidFill>
                  <a:srgbClr val="434343"/>
                </a:solidFill>
              </a:rPr>
              <a:t>, but as of 2017 many</a:t>
            </a:r>
            <a:r>
              <a:rPr lang="en" sz="1400">
                <a:solidFill>
                  <a:srgbClr val="434343"/>
                </a:solidFill>
                <a:uFill>
                  <a:noFill/>
                </a:uFill>
                <a:hlinkClick r:id="rId26"/>
              </a:rPr>
              <a:t> </a:t>
            </a:r>
            <a:r>
              <a:rPr lang="en" sz="1400" u="sng">
                <a:solidFill>
                  <a:srgbClr val="434343"/>
                </a:solidFill>
                <a:hlinkClick r:id="rId27"/>
              </a:rPr>
              <a:t>programming languages</a:t>
            </a:r>
            <a:r>
              <a:rPr lang="en" sz="1400">
                <a:solidFill>
                  <a:srgbClr val="434343"/>
                </a:solidFill>
              </a:rPr>
              <a:t> include code to generate and</a:t>
            </a:r>
            <a:r>
              <a:rPr lang="en" sz="1400">
                <a:solidFill>
                  <a:srgbClr val="434343"/>
                </a:solidFill>
                <a:uFill>
                  <a:noFill/>
                </a:uFill>
                <a:hlinkClick r:id="rId28"/>
              </a:rPr>
              <a:t> </a:t>
            </a:r>
            <a:r>
              <a:rPr lang="en" sz="1400" u="sng">
                <a:solidFill>
                  <a:srgbClr val="434343"/>
                </a:solidFill>
                <a:hlinkClick r:id="rId29"/>
              </a:rPr>
              <a:t>parse</a:t>
            </a:r>
            <a:r>
              <a:rPr lang="en" sz="1400">
                <a:solidFill>
                  <a:srgbClr val="434343"/>
                </a:solidFill>
              </a:rPr>
              <a:t> JSON-format data. </a:t>
            </a:r>
            <a:endParaRPr sz="1400">
              <a:solidFill>
                <a:srgbClr val="434343"/>
              </a:solidFill>
            </a:endParaRPr>
          </a:p>
          <a:p>
            <a:pPr indent="0" lvl="0" marL="0" marR="0" rtl="0" algn="l">
              <a:lnSpc>
                <a:spcPct val="100000"/>
              </a:lnSpc>
              <a:spcBef>
                <a:spcPts val="0"/>
              </a:spcBef>
              <a:spcAft>
                <a:spcPts val="0"/>
              </a:spcAft>
              <a:buClr>
                <a:schemeClr val="dk1"/>
              </a:buClr>
              <a:buSzPts val="1100"/>
              <a:buFont typeface="Arial"/>
              <a:buNone/>
            </a:pPr>
            <a:r>
              <a:t/>
            </a:r>
            <a:endParaRPr sz="1400">
              <a:solidFill>
                <a:srgbClr val="434343"/>
              </a:solidFill>
            </a:endParaRPr>
          </a:p>
          <a:p>
            <a:pPr indent="0" lvl="0" marL="0" marR="0" rtl="0" algn="l">
              <a:lnSpc>
                <a:spcPct val="100000"/>
              </a:lnSpc>
              <a:spcBef>
                <a:spcPts val="0"/>
              </a:spcBef>
              <a:spcAft>
                <a:spcPts val="0"/>
              </a:spcAft>
              <a:buClr>
                <a:schemeClr val="dk1"/>
              </a:buClr>
              <a:buSzPts val="1100"/>
              <a:buFont typeface="Arial"/>
              <a:buNone/>
            </a:pPr>
            <a:r>
              <a:rPr lang="en" sz="1400">
                <a:solidFill>
                  <a:srgbClr val="434343"/>
                </a:solidFill>
              </a:rPr>
              <a:t>The official Internet</a:t>
            </a:r>
            <a:r>
              <a:rPr lang="en" sz="1400">
                <a:solidFill>
                  <a:srgbClr val="434343"/>
                </a:solidFill>
                <a:uFill>
                  <a:noFill/>
                </a:uFill>
                <a:hlinkClick r:id="rId30"/>
              </a:rPr>
              <a:t> </a:t>
            </a:r>
            <a:r>
              <a:rPr lang="en" sz="1400" u="sng">
                <a:solidFill>
                  <a:srgbClr val="434343"/>
                </a:solidFill>
                <a:hlinkClick r:id="rId31"/>
              </a:rPr>
              <a:t>media type</a:t>
            </a:r>
            <a:r>
              <a:rPr lang="en" sz="1400">
                <a:solidFill>
                  <a:srgbClr val="434343"/>
                </a:solidFill>
              </a:rPr>
              <a:t> for JSON is </a:t>
            </a:r>
            <a:r>
              <a:rPr b="1" lang="en" sz="1400">
                <a:solidFill>
                  <a:srgbClr val="674EA7"/>
                </a:solidFill>
              </a:rPr>
              <a:t>application/json</a:t>
            </a:r>
            <a:r>
              <a:rPr lang="en" sz="1400">
                <a:solidFill>
                  <a:srgbClr val="434343"/>
                </a:solidFill>
              </a:rPr>
              <a:t>. </a:t>
            </a:r>
            <a:endParaRPr sz="1400">
              <a:solidFill>
                <a:srgbClr val="434343"/>
              </a:solidFill>
            </a:endParaRPr>
          </a:p>
          <a:p>
            <a:pPr indent="0" lvl="0" marL="0" marR="0" rtl="0" algn="l">
              <a:lnSpc>
                <a:spcPct val="100000"/>
              </a:lnSpc>
              <a:spcBef>
                <a:spcPts val="0"/>
              </a:spcBef>
              <a:spcAft>
                <a:spcPts val="0"/>
              </a:spcAft>
              <a:buClr>
                <a:schemeClr val="dk1"/>
              </a:buClr>
              <a:buSzPts val="1100"/>
              <a:buFont typeface="Arial"/>
              <a:buNone/>
            </a:pPr>
            <a:r>
              <a:t/>
            </a:r>
            <a:endParaRPr sz="1400">
              <a:solidFill>
                <a:srgbClr val="434343"/>
              </a:solidFill>
            </a:endParaRPr>
          </a:p>
          <a:p>
            <a:pPr indent="0" lvl="0" marL="0" marR="0" rtl="0" algn="l">
              <a:lnSpc>
                <a:spcPct val="100000"/>
              </a:lnSpc>
              <a:spcBef>
                <a:spcPts val="0"/>
              </a:spcBef>
              <a:spcAft>
                <a:spcPts val="0"/>
              </a:spcAft>
              <a:buClr>
                <a:schemeClr val="dk1"/>
              </a:buClr>
              <a:buSzPts val="1100"/>
              <a:buFont typeface="Arial"/>
              <a:buNone/>
            </a:pPr>
            <a:r>
              <a:rPr lang="en" sz="1400">
                <a:solidFill>
                  <a:srgbClr val="434343"/>
                </a:solidFill>
              </a:rPr>
              <a:t>JSON filenames use the extension .json.</a:t>
            </a:r>
            <a:endParaRPr sz="1400">
              <a:solidFill>
                <a:srgbClr val="434343"/>
              </a:solidFill>
            </a:endParaRPr>
          </a:p>
          <a:p>
            <a:pPr indent="0" lvl="0" marL="0" marR="0" rtl="0" algn="l">
              <a:lnSpc>
                <a:spcPct val="100000"/>
              </a:lnSpc>
              <a:spcBef>
                <a:spcPts val="0"/>
              </a:spcBef>
              <a:spcAft>
                <a:spcPts val="0"/>
              </a:spcAft>
              <a:buClr>
                <a:schemeClr val="dk1"/>
              </a:buClr>
              <a:buSzPts val="600"/>
              <a:buFont typeface="Arial"/>
              <a:buNone/>
            </a:pPr>
            <a:r>
              <a:t/>
            </a:r>
            <a:endParaRPr sz="2400"/>
          </a:p>
        </p:txBody>
      </p:sp>
    </p:spTree>
  </p:cSld>
  <p:clrMapOvr>
    <a:masterClrMapping/>
  </p:clrMapOvr>
  <p:transition spd="slow">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33" name="Shape 133"/>
        <p:cNvGrpSpPr/>
        <p:nvPr/>
      </p:nvGrpSpPr>
      <p:grpSpPr>
        <a:xfrm>
          <a:off x="0" y="0"/>
          <a:ext cx="0" cy="0"/>
          <a:chOff x="0" y="0"/>
          <a:chExt cx="0" cy="0"/>
        </a:xfrm>
      </p:grpSpPr>
      <p:sp>
        <p:nvSpPr>
          <p:cNvPr id="134" name="Google Shape;134;g5aed8a2594_0_9"/>
          <p:cNvSpPr/>
          <p:nvPr/>
        </p:nvSpPr>
        <p:spPr>
          <a:xfrm>
            <a:off x="0" y="0"/>
            <a:ext cx="9144000" cy="764400"/>
          </a:xfrm>
          <a:prstGeom prst="rect">
            <a:avLst/>
          </a:prstGeom>
          <a:solidFill>
            <a:srgbClr val="7D0C9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g5aed8a2594_0_9"/>
          <p:cNvSpPr txBox="1"/>
          <p:nvPr/>
        </p:nvSpPr>
        <p:spPr>
          <a:xfrm>
            <a:off x="0" y="57950"/>
            <a:ext cx="6805500" cy="687300"/>
          </a:xfrm>
          <a:prstGeom prst="rect">
            <a:avLst/>
          </a:prstGeom>
          <a:solidFill>
            <a:srgbClr val="7D0C94"/>
          </a:solidFill>
          <a:ln>
            <a:noFill/>
          </a:ln>
        </p:spPr>
        <p:txBody>
          <a:bodyPr anchorCtr="0" anchor="b" bIns="91425" lIns="91425" spcFirstLastPara="1" rIns="91425" wrap="square" tIns="91425">
            <a:noAutofit/>
          </a:bodyPr>
          <a:lstStyle/>
          <a:p>
            <a:pPr indent="381000" lvl="0" marL="0" marR="0" rtl="0" algn="l">
              <a:lnSpc>
                <a:spcPct val="115000"/>
              </a:lnSpc>
              <a:spcBef>
                <a:spcPts val="0"/>
              </a:spcBef>
              <a:spcAft>
                <a:spcPts val="0"/>
              </a:spcAft>
              <a:buClr>
                <a:schemeClr val="dk1"/>
              </a:buClr>
              <a:buSzPts val="600"/>
              <a:buFont typeface="Arial"/>
              <a:buNone/>
            </a:pPr>
            <a:r>
              <a:rPr b="1" lang="en" sz="2400">
                <a:solidFill>
                  <a:srgbClr val="FFFFFF"/>
                </a:solidFill>
              </a:rPr>
              <a:t>json</a:t>
            </a:r>
            <a:endParaRPr/>
          </a:p>
        </p:txBody>
      </p:sp>
      <p:sp>
        <p:nvSpPr>
          <p:cNvPr id="136" name="Google Shape;136;g5aed8a2594_0_9"/>
          <p:cNvSpPr txBox="1"/>
          <p:nvPr>
            <p:ph type="title"/>
          </p:nvPr>
        </p:nvSpPr>
        <p:spPr>
          <a:xfrm>
            <a:off x="469252" y="1022773"/>
            <a:ext cx="8135100" cy="4090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600"/>
              <a:buFont typeface="Arial"/>
              <a:buNone/>
            </a:pPr>
            <a:r>
              <a:rPr lang="en" sz="1100">
                <a:solidFill>
                  <a:srgbClr val="434343"/>
                </a:solidFill>
              </a:rPr>
              <a:t>{</a:t>
            </a:r>
            <a:endParaRPr sz="1100">
              <a:solidFill>
                <a:srgbClr val="434343"/>
              </a:solidFill>
            </a:endParaRPr>
          </a:p>
          <a:p>
            <a:pPr indent="0" lvl="0" marL="0" marR="0" rtl="0" algn="l">
              <a:lnSpc>
                <a:spcPct val="100000"/>
              </a:lnSpc>
              <a:spcBef>
                <a:spcPts val="0"/>
              </a:spcBef>
              <a:spcAft>
                <a:spcPts val="0"/>
              </a:spcAft>
              <a:buClr>
                <a:schemeClr val="dk1"/>
              </a:buClr>
              <a:buSzPts val="600"/>
              <a:buFont typeface="Arial"/>
              <a:buNone/>
            </a:pPr>
            <a:r>
              <a:rPr lang="en" sz="1100">
                <a:solidFill>
                  <a:srgbClr val="434343"/>
                </a:solidFill>
              </a:rPr>
              <a:t>  "firstName": "John",</a:t>
            </a:r>
            <a:endParaRPr sz="1100">
              <a:solidFill>
                <a:srgbClr val="434343"/>
              </a:solidFill>
            </a:endParaRPr>
          </a:p>
          <a:p>
            <a:pPr indent="0" lvl="0" marL="0" marR="0" rtl="0" algn="l">
              <a:lnSpc>
                <a:spcPct val="100000"/>
              </a:lnSpc>
              <a:spcBef>
                <a:spcPts val="0"/>
              </a:spcBef>
              <a:spcAft>
                <a:spcPts val="0"/>
              </a:spcAft>
              <a:buClr>
                <a:schemeClr val="dk1"/>
              </a:buClr>
              <a:buSzPts val="600"/>
              <a:buFont typeface="Arial"/>
              <a:buNone/>
            </a:pPr>
            <a:r>
              <a:rPr lang="en" sz="1100">
                <a:solidFill>
                  <a:srgbClr val="434343"/>
                </a:solidFill>
              </a:rPr>
              <a:t>  "lastName": "Smith",</a:t>
            </a:r>
            <a:endParaRPr sz="1100">
              <a:solidFill>
                <a:srgbClr val="434343"/>
              </a:solidFill>
            </a:endParaRPr>
          </a:p>
          <a:p>
            <a:pPr indent="0" lvl="0" marL="0" marR="0" rtl="0" algn="l">
              <a:lnSpc>
                <a:spcPct val="100000"/>
              </a:lnSpc>
              <a:spcBef>
                <a:spcPts val="0"/>
              </a:spcBef>
              <a:spcAft>
                <a:spcPts val="0"/>
              </a:spcAft>
              <a:buClr>
                <a:schemeClr val="dk1"/>
              </a:buClr>
              <a:buSzPts val="600"/>
              <a:buFont typeface="Arial"/>
              <a:buNone/>
            </a:pPr>
            <a:r>
              <a:rPr lang="en" sz="1100">
                <a:solidFill>
                  <a:srgbClr val="434343"/>
                </a:solidFill>
              </a:rPr>
              <a:t>  "age": 25,</a:t>
            </a:r>
            <a:endParaRPr sz="1100">
              <a:solidFill>
                <a:srgbClr val="434343"/>
              </a:solidFill>
            </a:endParaRPr>
          </a:p>
          <a:p>
            <a:pPr indent="0" lvl="0" marL="0" marR="0" rtl="0" algn="l">
              <a:lnSpc>
                <a:spcPct val="100000"/>
              </a:lnSpc>
              <a:spcBef>
                <a:spcPts val="0"/>
              </a:spcBef>
              <a:spcAft>
                <a:spcPts val="0"/>
              </a:spcAft>
              <a:buClr>
                <a:schemeClr val="dk1"/>
              </a:buClr>
              <a:buSzPts val="600"/>
              <a:buFont typeface="Arial"/>
              <a:buNone/>
            </a:pPr>
            <a:r>
              <a:rPr lang="en" sz="1100">
                <a:solidFill>
                  <a:srgbClr val="434343"/>
                </a:solidFill>
              </a:rPr>
              <a:t>  "address": {</a:t>
            </a:r>
            <a:endParaRPr sz="1100">
              <a:solidFill>
                <a:srgbClr val="434343"/>
              </a:solidFill>
            </a:endParaRPr>
          </a:p>
          <a:p>
            <a:pPr indent="0" lvl="0" marL="0" marR="0" rtl="0" algn="l">
              <a:lnSpc>
                <a:spcPct val="100000"/>
              </a:lnSpc>
              <a:spcBef>
                <a:spcPts val="0"/>
              </a:spcBef>
              <a:spcAft>
                <a:spcPts val="0"/>
              </a:spcAft>
              <a:buClr>
                <a:schemeClr val="dk1"/>
              </a:buClr>
              <a:buSzPts val="600"/>
              <a:buFont typeface="Arial"/>
              <a:buNone/>
            </a:pPr>
            <a:r>
              <a:rPr lang="en" sz="1100">
                <a:solidFill>
                  <a:srgbClr val="434343"/>
                </a:solidFill>
              </a:rPr>
              <a:t>    "streetAddress": "21 2nd Street",</a:t>
            </a:r>
            <a:endParaRPr sz="1100">
              <a:solidFill>
                <a:srgbClr val="434343"/>
              </a:solidFill>
            </a:endParaRPr>
          </a:p>
          <a:p>
            <a:pPr indent="0" lvl="0" marL="0" marR="0" rtl="0" algn="l">
              <a:lnSpc>
                <a:spcPct val="100000"/>
              </a:lnSpc>
              <a:spcBef>
                <a:spcPts val="0"/>
              </a:spcBef>
              <a:spcAft>
                <a:spcPts val="0"/>
              </a:spcAft>
              <a:buClr>
                <a:schemeClr val="dk1"/>
              </a:buClr>
              <a:buSzPts val="600"/>
              <a:buFont typeface="Arial"/>
              <a:buNone/>
            </a:pPr>
            <a:r>
              <a:rPr lang="en" sz="1100">
                <a:solidFill>
                  <a:srgbClr val="434343"/>
                </a:solidFill>
              </a:rPr>
              <a:t>    "city": "New York",</a:t>
            </a:r>
            <a:endParaRPr sz="1100">
              <a:solidFill>
                <a:srgbClr val="434343"/>
              </a:solidFill>
            </a:endParaRPr>
          </a:p>
          <a:p>
            <a:pPr indent="0" lvl="0" marL="0" marR="0" rtl="0" algn="l">
              <a:lnSpc>
                <a:spcPct val="100000"/>
              </a:lnSpc>
              <a:spcBef>
                <a:spcPts val="0"/>
              </a:spcBef>
              <a:spcAft>
                <a:spcPts val="0"/>
              </a:spcAft>
              <a:buClr>
                <a:schemeClr val="dk1"/>
              </a:buClr>
              <a:buSzPts val="600"/>
              <a:buFont typeface="Arial"/>
              <a:buNone/>
            </a:pPr>
            <a:r>
              <a:rPr lang="en" sz="1100">
                <a:solidFill>
                  <a:srgbClr val="434343"/>
                </a:solidFill>
              </a:rPr>
              <a:t>    "state": "NY",</a:t>
            </a:r>
            <a:endParaRPr sz="1100">
              <a:solidFill>
                <a:srgbClr val="434343"/>
              </a:solidFill>
            </a:endParaRPr>
          </a:p>
          <a:p>
            <a:pPr indent="0" lvl="0" marL="0" marR="0" rtl="0" algn="l">
              <a:lnSpc>
                <a:spcPct val="100000"/>
              </a:lnSpc>
              <a:spcBef>
                <a:spcPts val="0"/>
              </a:spcBef>
              <a:spcAft>
                <a:spcPts val="0"/>
              </a:spcAft>
              <a:buClr>
                <a:schemeClr val="dk1"/>
              </a:buClr>
              <a:buSzPts val="600"/>
              <a:buFont typeface="Arial"/>
              <a:buNone/>
            </a:pPr>
            <a:r>
              <a:rPr lang="en" sz="1100">
                <a:solidFill>
                  <a:srgbClr val="434343"/>
                </a:solidFill>
              </a:rPr>
              <a:t>    "postalCode": "10021"</a:t>
            </a:r>
            <a:endParaRPr sz="1100">
              <a:solidFill>
                <a:srgbClr val="434343"/>
              </a:solidFill>
            </a:endParaRPr>
          </a:p>
          <a:p>
            <a:pPr indent="0" lvl="0" marL="0" marR="0" rtl="0" algn="l">
              <a:lnSpc>
                <a:spcPct val="100000"/>
              </a:lnSpc>
              <a:spcBef>
                <a:spcPts val="0"/>
              </a:spcBef>
              <a:spcAft>
                <a:spcPts val="0"/>
              </a:spcAft>
              <a:buClr>
                <a:schemeClr val="dk1"/>
              </a:buClr>
              <a:buSzPts val="600"/>
              <a:buFont typeface="Arial"/>
              <a:buNone/>
            </a:pPr>
            <a:r>
              <a:rPr lang="en" sz="1100">
                <a:solidFill>
                  <a:srgbClr val="434343"/>
                </a:solidFill>
              </a:rPr>
              <a:t>  },</a:t>
            </a:r>
            <a:endParaRPr sz="1100">
              <a:solidFill>
                <a:srgbClr val="434343"/>
              </a:solidFill>
            </a:endParaRPr>
          </a:p>
          <a:p>
            <a:pPr indent="0" lvl="0" marL="0" marR="0" rtl="0" algn="l">
              <a:lnSpc>
                <a:spcPct val="100000"/>
              </a:lnSpc>
              <a:spcBef>
                <a:spcPts val="0"/>
              </a:spcBef>
              <a:spcAft>
                <a:spcPts val="0"/>
              </a:spcAft>
              <a:buClr>
                <a:schemeClr val="dk1"/>
              </a:buClr>
              <a:buSzPts val="600"/>
              <a:buFont typeface="Arial"/>
              <a:buNone/>
            </a:pPr>
            <a:r>
              <a:rPr lang="en" sz="1100">
                <a:solidFill>
                  <a:srgbClr val="434343"/>
                </a:solidFill>
              </a:rPr>
              <a:t>  "phoneNumber": [</a:t>
            </a:r>
            <a:endParaRPr sz="1100">
              <a:solidFill>
                <a:srgbClr val="434343"/>
              </a:solidFill>
            </a:endParaRPr>
          </a:p>
          <a:p>
            <a:pPr indent="0" lvl="0" marL="0" marR="0" rtl="0" algn="l">
              <a:lnSpc>
                <a:spcPct val="100000"/>
              </a:lnSpc>
              <a:spcBef>
                <a:spcPts val="0"/>
              </a:spcBef>
              <a:spcAft>
                <a:spcPts val="0"/>
              </a:spcAft>
              <a:buClr>
                <a:schemeClr val="dk1"/>
              </a:buClr>
              <a:buSzPts val="600"/>
              <a:buFont typeface="Arial"/>
              <a:buNone/>
            </a:pPr>
            <a:r>
              <a:rPr lang="en" sz="1100">
                <a:solidFill>
                  <a:srgbClr val="434343"/>
                </a:solidFill>
              </a:rPr>
              <a:t>    {</a:t>
            </a:r>
            <a:endParaRPr sz="1100">
              <a:solidFill>
                <a:srgbClr val="434343"/>
              </a:solidFill>
            </a:endParaRPr>
          </a:p>
          <a:p>
            <a:pPr indent="0" lvl="0" marL="0" marR="0" rtl="0" algn="l">
              <a:lnSpc>
                <a:spcPct val="100000"/>
              </a:lnSpc>
              <a:spcBef>
                <a:spcPts val="0"/>
              </a:spcBef>
              <a:spcAft>
                <a:spcPts val="0"/>
              </a:spcAft>
              <a:buClr>
                <a:schemeClr val="dk1"/>
              </a:buClr>
              <a:buSzPts val="600"/>
              <a:buFont typeface="Arial"/>
              <a:buNone/>
            </a:pPr>
            <a:r>
              <a:rPr lang="en" sz="1100">
                <a:solidFill>
                  <a:srgbClr val="434343"/>
                </a:solidFill>
              </a:rPr>
              <a:t>      "type": "home",</a:t>
            </a:r>
            <a:endParaRPr sz="1100">
              <a:solidFill>
                <a:srgbClr val="434343"/>
              </a:solidFill>
            </a:endParaRPr>
          </a:p>
          <a:p>
            <a:pPr indent="0" lvl="0" marL="0" marR="0" rtl="0" algn="l">
              <a:lnSpc>
                <a:spcPct val="100000"/>
              </a:lnSpc>
              <a:spcBef>
                <a:spcPts val="0"/>
              </a:spcBef>
              <a:spcAft>
                <a:spcPts val="0"/>
              </a:spcAft>
              <a:buClr>
                <a:schemeClr val="dk1"/>
              </a:buClr>
              <a:buSzPts val="600"/>
              <a:buFont typeface="Arial"/>
              <a:buNone/>
            </a:pPr>
            <a:r>
              <a:rPr lang="en" sz="1100">
                <a:solidFill>
                  <a:srgbClr val="434343"/>
                </a:solidFill>
              </a:rPr>
              <a:t>      "number": "212 555-1234"</a:t>
            </a:r>
            <a:endParaRPr sz="1100">
              <a:solidFill>
                <a:srgbClr val="434343"/>
              </a:solidFill>
            </a:endParaRPr>
          </a:p>
          <a:p>
            <a:pPr indent="0" lvl="0" marL="0" marR="0" rtl="0" algn="l">
              <a:lnSpc>
                <a:spcPct val="100000"/>
              </a:lnSpc>
              <a:spcBef>
                <a:spcPts val="0"/>
              </a:spcBef>
              <a:spcAft>
                <a:spcPts val="0"/>
              </a:spcAft>
              <a:buClr>
                <a:schemeClr val="dk1"/>
              </a:buClr>
              <a:buSzPts val="600"/>
              <a:buFont typeface="Arial"/>
              <a:buNone/>
            </a:pPr>
            <a:r>
              <a:rPr lang="en" sz="1100">
                <a:solidFill>
                  <a:srgbClr val="434343"/>
                </a:solidFill>
              </a:rPr>
              <a:t>    },</a:t>
            </a:r>
            <a:endParaRPr sz="1100">
              <a:solidFill>
                <a:srgbClr val="434343"/>
              </a:solidFill>
            </a:endParaRPr>
          </a:p>
          <a:p>
            <a:pPr indent="0" lvl="0" marL="0" marR="0" rtl="0" algn="l">
              <a:lnSpc>
                <a:spcPct val="100000"/>
              </a:lnSpc>
              <a:spcBef>
                <a:spcPts val="0"/>
              </a:spcBef>
              <a:spcAft>
                <a:spcPts val="0"/>
              </a:spcAft>
              <a:buClr>
                <a:schemeClr val="dk1"/>
              </a:buClr>
              <a:buSzPts val="600"/>
              <a:buFont typeface="Arial"/>
              <a:buNone/>
            </a:pPr>
            <a:r>
              <a:rPr lang="en" sz="1100">
                <a:solidFill>
                  <a:srgbClr val="434343"/>
                </a:solidFill>
              </a:rPr>
              <a:t>    {</a:t>
            </a:r>
            <a:endParaRPr sz="1100">
              <a:solidFill>
                <a:srgbClr val="434343"/>
              </a:solidFill>
            </a:endParaRPr>
          </a:p>
          <a:p>
            <a:pPr indent="0" lvl="0" marL="0" marR="0" rtl="0" algn="l">
              <a:lnSpc>
                <a:spcPct val="100000"/>
              </a:lnSpc>
              <a:spcBef>
                <a:spcPts val="0"/>
              </a:spcBef>
              <a:spcAft>
                <a:spcPts val="0"/>
              </a:spcAft>
              <a:buClr>
                <a:schemeClr val="dk1"/>
              </a:buClr>
              <a:buSzPts val="600"/>
              <a:buFont typeface="Arial"/>
              <a:buNone/>
            </a:pPr>
            <a:r>
              <a:rPr lang="en" sz="1100">
                <a:solidFill>
                  <a:srgbClr val="434343"/>
                </a:solidFill>
              </a:rPr>
              <a:t>      "type": "fax",</a:t>
            </a:r>
            <a:endParaRPr sz="1100">
              <a:solidFill>
                <a:srgbClr val="434343"/>
              </a:solidFill>
            </a:endParaRPr>
          </a:p>
          <a:p>
            <a:pPr indent="0" lvl="0" marL="0" marR="0" rtl="0" algn="l">
              <a:lnSpc>
                <a:spcPct val="100000"/>
              </a:lnSpc>
              <a:spcBef>
                <a:spcPts val="0"/>
              </a:spcBef>
              <a:spcAft>
                <a:spcPts val="0"/>
              </a:spcAft>
              <a:buClr>
                <a:schemeClr val="dk1"/>
              </a:buClr>
              <a:buSzPts val="600"/>
              <a:buFont typeface="Arial"/>
              <a:buNone/>
            </a:pPr>
            <a:r>
              <a:rPr lang="en" sz="1100">
                <a:solidFill>
                  <a:srgbClr val="434343"/>
                </a:solidFill>
              </a:rPr>
              <a:t>      "number": "646 555-4567"</a:t>
            </a:r>
            <a:endParaRPr sz="1100">
              <a:solidFill>
                <a:srgbClr val="434343"/>
              </a:solidFill>
            </a:endParaRPr>
          </a:p>
          <a:p>
            <a:pPr indent="0" lvl="0" marL="0" marR="0" rtl="0" algn="l">
              <a:lnSpc>
                <a:spcPct val="100000"/>
              </a:lnSpc>
              <a:spcBef>
                <a:spcPts val="0"/>
              </a:spcBef>
              <a:spcAft>
                <a:spcPts val="0"/>
              </a:spcAft>
              <a:buClr>
                <a:schemeClr val="dk1"/>
              </a:buClr>
              <a:buSzPts val="600"/>
              <a:buFont typeface="Arial"/>
              <a:buNone/>
            </a:pPr>
            <a:r>
              <a:rPr lang="en" sz="1100">
                <a:solidFill>
                  <a:srgbClr val="434343"/>
                </a:solidFill>
              </a:rPr>
              <a:t>    }</a:t>
            </a:r>
            <a:endParaRPr sz="1100">
              <a:solidFill>
                <a:srgbClr val="434343"/>
              </a:solidFill>
            </a:endParaRPr>
          </a:p>
          <a:p>
            <a:pPr indent="0" lvl="0" marL="0" marR="0" rtl="0" algn="l">
              <a:lnSpc>
                <a:spcPct val="100000"/>
              </a:lnSpc>
              <a:spcBef>
                <a:spcPts val="0"/>
              </a:spcBef>
              <a:spcAft>
                <a:spcPts val="0"/>
              </a:spcAft>
              <a:buClr>
                <a:schemeClr val="dk1"/>
              </a:buClr>
              <a:buSzPts val="600"/>
              <a:buFont typeface="Arial"/>
              <a:buNone/>
            </a:pPr>
            <a:r>
              <a:rPr lang="en" sz="1100">
                <a:solidFill>
                  <a:srgbClr val="434343"/>
                </a:solidFill>
              </a:rPr>
              <a:t>  ],</a:t>
            </a:r>
            <a:endParaRPr sz="1100">
              <a:solidFill>
                <a:srgbClr val="434343"/>
              </a:solidFill>
            </a:endParaRPr>
          </a:p>
          <a:p>
            <a:pPr indent="0" lvl="0" marL="0" marR="0" rtl="0" algn="l">
              <a:lnSpc>
                <a:spcPct val="100000"/>
              </a:lnSpc>
              <a:spcBef>
                <a:spcPts val="0"/>
              </a:spcBef>
              <a:spcAft>
                <a:spcPts val="0"/>
              </a:spcAft>
              <a:buClr>
                <a:schemeClr val="dk1"/>
              </a:buClr>
              <a:buSzPts val="600"/>
              <a:buFont typeface="Arial"/>
              <a:buNone/>
            </a:pPr>
            <a:r>
              <a:rPr lang="en" sz="1100">
                <a:solidFill>
                  <a:srgbClr val="434343"/>
                </a:solidFill>
              </a:rPr>
              <a:t>}</a:t>
            </a:r>
            <a:endParaRPr sz="1100">
              <a:solidFill>
                <a:srgbClr val="434343"/>
              </a:solidFill>
            </a:endParaRPr>
          </a:p>
          <a:p>
            <a:pPr indent="0" lvl="0" marL="0" marR="0" rtl="0" algn="l">
              <a:lnSpc>
                <a:spcPct val="100000"/>
              </a:lnSpc>
              <a:spcBef>
                <a:spcPts val="0"/>
              </a:spcBef>
              <a:spcAft>
                <a:spcPts val="0"/>
              </a:spcAft>
              <a:buClr>
                <a:schemeClr val="dk1"/>
              </a:buClr>
              <a:buSzPts val="600"/>
              <a:buFont typeface="Arial"/>
              <a:buNone/>
            </a:pPr>
            <a:r>
              <a:t/>
            </a:r>
            <a:endParaRPr b="1" sz="1400">
              <a:solidFill>
                <a:srgbClr val="434343"/>
              </a:solidFill>
            </a:endParaRPr>
          </a:p>
        </p:txBody>
      </p:sp>
    </p:spTree>
  </p:cSld>
  <p:clrMapOvr>
    <a:masterClrMapping/>
  </p:clrMapOvr>
  <p:transition spd="slow">
    <p:fade/>
  </p:transition>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0" name="Shape 140"/>
        <p:cNvGrpSpPr/>
        <p:nvPr/>
      </p:nvGrpSpPr>
      <p:grpSpPr>
        <a:xfrm>
          <a:off x="0" y="0"/>
          <a:ext cx="0" cy="0"/>
          <a:chOff x="0" y="0"/>
          <a:chExt cx="0" cy="0"/>
        </a:xfrm>
      </p:grpSpPr>
      <p:sp>
        <p:nvSpPr>
          <p:cNvPr id="141" name="Google Shape;141;g5aed8a2594_0_16"/>
          <p:cNvSpPr/>
          <p:nvPr/>
        </p:nvSpPr>
        <p:spPr>
          <a:xfrm>
            <a:off x="0" y="0"/>
            <a:ext cx="9144000" cy="764400"/>
          </a:xfrm>
          <a:prstGeom prst="rect">
            <a:avLst/>
          </a:prstGeom>
          <a:solidFill>
            <a:srgbClr val="7D0C9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 name="Google Shape;142;g5aed8a2594_0_16"/>
          <p:cNvSpPr txBox="1"/>
          <p:nvPr/>
        </p:nvSpPr>
        <p:spPr>
          <a:xfrm>
            <a:off x="0" y="57950"/>
            <a:ext cx="6805500" cy="687300"/>
          </a:xfrm>
          <a:prstGeom prst="rect">
            <a:avLst/>
          </a:prstGeom>
          <a:solidFill>
            <a:srgbClr val="7D0C94"/>
          </a:solidFill>
          <a:ln>
            <a:noFill/>
          </a:ln>
        </p:spPr>
        <p:txBody>
          <a:bodyPr anchorCtr="0" anchor="b" bIns="91425" lIns="91425" spcFirstLastPara="1" rIns="91425" wrap="square" tIns="91425">
            <a:noAutofit/>
          </a:bodyPr>
          <a:lstStyle/>
          <a:p>
            <a:pPr indent="381000" lvl="0" marL="0" marR="0" rtl="0" algn="l">
              <a:lnSpc>
                <a:spcPct val="115000"/>
              </a:lnSpc>
              <a:spcBef>
                <a:spcPts val="0"/>
              </a:spcBef>
              <a:spcAft>
                <a:spcPts val="0"/>
              </a:spcAft>
              <a:buClr>
                <a:schemeClr val="dk1"/>
              </a:buClr>
              <a:buSzPts val="600"/>
              <a:buFont typeface="Arial"/>
              <a:buNone/>
            </a:pPr>
            <a:r>
              <a:rPr b="1" lang="en" sz="2400">
                <a:solidFill>
                  <a:srgbClr val="FFFFFF"/>
                </a:solidFill>
              </a:rPr>
              <a:t>json</a:t>
            </a:r>
            <a:endParaRPr/>
          </a:p>
        </p:txBody>
      </p:sp>
      <p:sp>
        <p:nvSpPr>
          <p:cNvPr id="143" name="Google Shape;143;g5aed8a2594_0_16"/>
          <p:cNvSpPr txBox="1"/>
          <p:nvPr>
            <p:ph type="title"/>
          </p:nvPr>
        </p:nvSpPr>
        <p:spPr>
          <a:xfrm>
            <a:off x="469252" y="1022773"/>
            <a:ext cx="8135100" cy="4090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dk1"/>
              </a:buClr>
              <a:buSzPts val="600"/>
              <a:buFont typeface="Arial"/>
              <a:buNone/>
            </a:pPr>
            <a:r>
              <a:rPr lang="en" sz="1100">
                <a:solidFill>
                  <a:srgbClr val="434343"/>
                </a:solidFill>
              </a:rPr>
              <a:t>{ "firstName": "John", "lastName": "Smith", "age": 25, "address": {"streetAddress": "21 2nd Street", "city": "New York",</a:t>
            </a:r>
            <a:endParaRPr sz="1100">
              <a:solidFill>
                <a:srgbClr val="434343"/>
              </a:solidFill>
            </a:endParaRPr>
          </a:p>
          <a:p>
            <a:pPr indent="0" lvl="0" marL="0" marR="0" rtl="0" algn="l">
              <a:lnSpc>
                <a:spcPct val="100000"/>
              </a:lnSpc>
              <a:spcBef>
                <a:spcPts val="0"/>
              </a:spcBef>
              <a:spcAft>
                <a:spcPts val="0"/>
              </a:spcAft>
              <a:buClr>
                <a:schemeClr val="dk1"/>
              </a:buClr>
              <a:buSzPts val="600"/>
              <a:buFont typeface="Arial"/>
              <a:buNone/>
            </a:pPr>
            <a:r>
              <a:rPr lang="en" sz="1100">
                <a:solidFill>
                  <a:srgbClr val="434343"/>
                </a:solidFill>
              </a:rPr>
              <a:t>  "state": "NY","postalCode": "10021" },"phoneNumber": [{ "type": "home", "number": "212 555-1234" }, { "type": "fax",    "number": "646 555-4567" } ]}</a:t>
            </a:r>
            <a:endParaRPr sz="1100">
              <a:solidFill>
                <a:srgbClr val="434343"/>
              </a:solidFill>
            </a:endParaRPr>
          </a:p>
          <a:p>
            <a:pPr indent="0" lvl="0" marL="0" marR="0" rtl="0" algn="l">
              <a:lnSpc>
                <a:spcPct val="100000"/>
              </a:lnSpc>
              <a:spcBef>
                <a:spcPts val="0"/>
              </a:spcBef>
              <a:spcAft>
                <a:spcPts val="0"/>
              </a:spcAft>
              <a:buClr>
                <a:schemeClr val="dk1"/>
              </a:buClr>
              <a:buSzPts val="600"/>
              <a:buFont typeface="Arial"/>
              <a:buNone/>
            </a:pPr>
            <a:r>
              <a:t/>
            </a:r>
            <a:endParaRPr b="1" sz="1400">
              <a:solidFill>
                <a:srgbClr val="434343"/>
              </a:solidFill>
            </a:endParaRPr>
          </a:p>
        </p:txBody>
      </p:sp>
    </p:spTree>
  </p:cSld>
  <p:clrMapOvr>
    <a:masterClrMapping/>
  </p:clrMapOvr>
  <p:transition spd="slow">
    <p:fade/>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47" name="Shape 147"/>
        <p:cNvGrpSpPr/>
        <p:nvPr/>
      </p:nvGrpSpPr>
      <p:grpSpPr>
        <a:xfrm>
          <a:off x="0" y="0"/>
          <a:ext cx="0" cy="0"/>
          <a:chOff x="0" y="0"/>
          <a:chExt cx="0" cy="0"/>
        </a:xfrm>
      </p:grpSpPr>
      <p:sp>
        <p:nvSpPr>
          <p:cNvPr id="148" name="Google Shape;148;g5aed8a2594_0_31"/>
          <p:cNvSpPr/>
          <p:nvPr/>
        </p:nvSpPr>
        <p:spPr>
          <a:xfrm>
            <a:off x="0" y="0"/>
            <a:ext cx="9144000" cy="764400"/>
          </a:xfrm>
          <a:prstGeom prst="rect">
            <a:avLst/>
          </a:prstGeom>
          <a:solidFill>
            <a:srgbClr val="0D65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g5aed8a2594_0_31"/>
          <p:cNvSpPr txBox="1"/>
          <p:nvPr/>
        </p:nvSpPr>
        <p:spPr>
          <a:xfrm>
            <a:off x="0" y="57950"/>
            <a:ext cx="6805500" cy="687300"/>
          </a:xfrm>
          <a:prstGeom prst="rect">
            <a:avLst/>
          </a:prstGeom>
          <a:solidFill>
            <a:srgbClr val="0D65B5"/>
          </a:solidFill>
          <a:ln>
            <a:noFill/>
          </a:ln>
        </p:spPr>
        <p:txBody>
          <a:bodyPr anchorCtr="0" anchor="b" bIns="91425" lIns="91425" spcFirstLastPara="1" rIns="91425" wrap="square" tIns="91425">
            <a:noAutofit/>
          </a:bodyPr>
          <a:lstStyle/>
          <a:p>
            <a:pPr indent="381000" lvl="0" marL="0" marR="0" rtl="0" algn="l">
              <a:lnSpc>
                <a:spcPct val="115000"/>
              </a:lnSpc>
              <a:spcBef>
                <a:spcPts val="0"/>
              </a:spcBef>
              <a:spcAft>
                <a:spcPts val="0"/>
              </a:spcAft>
              <a:buClr>
                <a:schemeClr val="dk1"/>
              </a:buClr>
              <a:buSzPts val="600"/>
              <a:buFont typeface="Arial"/>
              <a:buNone/>
            </a:pPr>
            <a:r>
              <a:rPr b="1" lang="en" sz="2400">
                <a:solidFill>
                  <a:srgbClr val="FFFFFF"/>
                </a:solidFill>
              </a:rPr>
              <a:t>jQuery &amp; ajax</a:t>
            </a:r>
            <a:endParaRPr/>
          </a:p>
        </p:txBody>
      </p:sp>
      <p:sp>
        <p:nvSpPr>
          <p:cNvPr id="150" name="Google Shape;150;g5aed8a2594_0_31"/>
          <p:cNvSpPr txBox="1"/>
          <p:nvPr>
            <p:ph idx="1" type="body"/>
          </p:nvPr>
        </p:nvSpPr>
        <p:spPr>
          <a:xfrm>
            <a:off x="311700" y="1152475"/>
            <a:ext cx="8341200" cy="3416400"/>
          </a:xfrm>
          <a:prstGeom prst="rect">
            <a:avLst/>
          </a:prstGeom>
          <a:noFill/>
          <a:ln>
            <a:noFill/>
          </a:ln>
        </p:spPr>
        <p:txBody>
          <a:bodyPr anchorCtr="0" anchor="t" bIns="91425" lIns="91425" spcFirstLastPara="1" rIns="91425" wrap="square" tIns="91425">
            <a:noAutofit/>
          </a:bodyPr>
          <a:lstStyle/>
          <a:p>
            <a:pPr indent="0" lvl="0" marL="0" rtl="0" algn="l">
              <a:spcBef>
                <a:spcPts val="1800"/>
              </a:spcBef>
              <a:spcAft>
                <a:spcPts val="0"/>
              </a:spcAft>
              <a:buClr>
                <a:schemeClr val="dk1"/>
              </a:buClr>
              <a:buSzPts val="1100"/>
              <a:buFont typeface="Arial"/>
              <a:buNone/>
            </a:pPr>
            <a:r>
              <a:rPr b="1" lang="en" sz="1700">
                <a:solidFill>
                  <a:srgbClr val="434343"/>
                </a:solidFill>
              </a:rPr>
              <a:t>Getting JSON Data</a:t>
            </a:r>
            <a:endParaRPr b="1" sz="1700">
              <a:solidFill>
                <a:srgbClr val="434343"/>
              </a:solidFill>
            </a:endParaRPr>
          </a:p>
          <a:p>
            <a:pPr indent="0" lvl="0" marL="0" rtl="0" algn="l">
              <a:spcBef>
                <a:spcPts val="1800"/>
              </a:spcBef>
              <a:spcAft>
                <a:spcPts val="0"/>
              </a:spcAft>
              <a:buClr>
                <a:schemeClr val="dk1"/>
              </a:buClr>
              <a:buSzPts val="1100"/>
              <a:buFont typeface="Arial"/>
              <a:buNone/>
            </a:pPr>
            <a:r>
              <a:rPr lang="en">
                <a:solidFill>
                  <a:schemeClr val="dk1"/>
                </a:solidFill>
              </a:rPr>
              <a:t>There would be a situation when server would return JSON string against your request. </a:t>
            </a:r>
            <a:endParaRPr>
              <a:solidFill>
                <a:schemeClr val="dk1"/>
              </a:solidFill>
            </a:endParaRPr>
          </a:p>
          <a:p>
            <a:pPr indent="0" lvl="0" marL="0" rtl="0" algn="l">
              <a:spcBef>
                <a:spcPts val="1800"/>
              </a:spcBef>
              <a:spcAft>
                <a:spcPts val="0"/>
              </a:spcAft>
              <a:buClr>
                <a:schemeClr val="dk1"/>
              </a:buClr>
              <a:buSzPts val="1100"/>
              <a:buFont typeface="Arial"/>
              <a:buNone/>
            </a:pPr>
            <a:r>
              <a:rPr lang="en">
                <a:solidFill>
                  <a:schemeClr val="dk1"/>
                </a:solidFill>
              </a:rPr>
              <a:t>JQuery utility function </a:t>
            </a:r>
            <a:r>
              <a:rPr b="1" lang="en">
                <a:solidFill>
                  <a:schemeClr val="dk1"/>
                </a:solidFill>
              </a:rPr>
              <a:t>getJSON()</a:t>
            </a:r>
            <a:r>
              <a:rPr lang="en">
                <a:solidFill>
                  <a:schemeClr val="dk1"/>
                </a:solidFill>
              </a:rPr>
              <a:t> parses the returned JSON string and makes the resulting string available to the callback function as first parameter to take further action.</a:t>
            </a:r>
            <a:endParaRPr b="1">
              <a:solidFill>
                <a:srgbClr val="434343"/>
              </a:solidFill>
            </a:endParaRPr>
          </a:p>
          <a:p>
            <a:pPr indent="0" lvl="0" marL="0" rtl="0" algn="l">
              <a:spcBef>
                <a:spcPts val="1800"/>
              </a:spcBef>
              <a:spcAft>
                <a:spcPts val="0"/>
              </a:spcAft>
              <a:buClr>
                <a:schemeClr val="dk1"/>
              </a:buClr>
              <a:buSzPts val="1100"/>
              <a:buFont typeface="Arial"/>
              <a:buNone/>
            </a:pPr>
            <a:r>
              <a:t/>
            </a:r>
            <a:endParaRPr b="1">
              <a:solidFill>
                <a:srgbClr val="434343"/>
              </a:solidFill>
            </a:endParaRPr>
          </a:p>
          <a:p>
            <a:pPr indent="0" lvl="0" marL="0" marR="0" rtl="0" algn="l">
              <a:lnSpc>
                <a:spcPct val="115000"/>
              </a:lnSpc>
              <a:spcBef>
                <a:spcPts val="1600"/>
              </a:spcBef>
              <a:spcAft>
                <a:spcPts val="0"/>
              </a:spcAft>
              <a:buNone/>
            </a:pPr>
            <a:r>
              <a:t/>
            </a:r>
            <a:endParaRPr sz="1800">
              <a:uFill>
                <a:noFill/>
              </a:uFill>
              <a:hlinkClick r:id="rId3"/>
            </a:endParaRPr>
          </a:p>
          <a:p>
            <a:pPr indent="-342900" lvl="0" marL="342900" marR="0" rtl="0" algn="l">
              <a:lnSpc>
                <a:spcPct val="115000"/>
              </a:lnSpc>
              <a:spcBef>
                <a:spcPts val="1600"/>
              </a:spcBef>
              <a:spcAft>
                <a:spcPts val="0"/>
              </a:spcAft>
              <a:buClr>
                <a:schemeClr val="dk2"/>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1600"/>
              </a:spcBef>
              <a:spcAft>
                <a:spcPts val="0"/>
              </a:spcAft>
              <a:buClr>
                <a:schemeClr val="dk2"/>
              </a:buClr>
              <a:buSzPts val="45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ransition spd="slow">
    <p:fade/>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54" name="Shape 154"/>
        <p:cNvGrpSpPr/>
        <p:nvPr/>
      </p:nvGrpSpPr>
      <p:grpSpPr>
        <a:xfrm>
          <a:off x="0" y="0"/>
          <a:ext cx="0" cy="0"/>
          <a:chOff x="0" y="0"/>
          <a:chExt cx="0" cy="0"/>
        </a:xfrm>
      </p:grpSpPr>
      <p:sp>
        <p:nvSpPr>
          <p:cNvPr id="155" name="Google Shape;155;g5aed8a2594_0_38"/>
          <p:cNvSpPr/>
          <p:nvPr/>
        </p:nvSpPr>
        <p:spPr>
          <a:xfrm>
            <a:off x="0" y="0"/>
            <a:ext cx="9144000" cy="764400"/>
          </a:xfrm>
          <a:prstGeom prst="rect">
            <a:avLst/>
          </a:prstGeom>
          <a:solidFill>
            <a:srgbClr val="0D65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g5aed8a2594_0_38"/>
          <p:cNvSpPr txBox="1"/>
          <p:nvPr/>
        </p:nvSpPr>
        <p:spPr>
          <a:xfrm>
            <a:off x="0" y="57950"/>
            <a:ext cx="6805500" cy="687300"/>
          </a:xfrm>
          <a:prstGeom prst="rect">
            <a:avLst/>
          </a:prstGeom>
          <a:solidFill>
            <a:srgbClr val="0D65B5"/>
          </a:solidFill>
          <a:ln>
            <a:noFill/>
          </a:ln>
        </p:spPr>
        <p:txBody>
          <a:bodyPr anchorCtr="0" anchor="b" bIns="91425" lIns="91425" spcFirstLastPara="1" rIns="91425" wrap="square" tIns="91425">
            <a:noAutofit/>
          </a:bodyPr>
          <a:lstStyle/>
          <a:p>
            <a:pPr indent="381000" lvl="0" marL="0" marR="0" rtl="0" algn="l">
              <a:lnSpc>
                <a:spcPct val="115000"/>
              </a:lnSpc>
              <a:spcBef>
                <a:spcPts val="0"/>
              </a:spcBef>
              <a:spcAft>
                <a:spcPts val="0"/>
              </a:spcAft>
              <a:buClr>
                <a:schemeClr val="dk1"/>
              </a:buClr>
              <a:buSzPts val="600"/>
              <a:buFont typeface="Arial"/>
              <a:buNone/>
            </a:pPr>
            <a:r>
              <a:rPr b="1" lang="en" sz="2400">
                <a:solidFill>
                  <a:srgbClr val="FFFFFF"/>
                </a:solidFill>
              </a:rPr>
              <a:t>jQuery &amp; ajax</a:t>
            </a:r>
            <a:endParaRPr/>
          </a:p>
        </p:txBody>
      </p:sp>
      <p:sp>
        <p:nvSpPr>
          <p:cNvPr id="157" name="Google Shape;157;g5aed8a2594_0_38"/>
          <p:cNvSpPr txBox="1"/>
          <p:nvPr>
            <p:ph idx="1" type="body"/>
          </p:nvPr>
        </p:nvSpPr>
        <p:spPr>
          <a:xfrm>
            <a:off x="311700" y="1152475"/>
            <a:ext cx="8341200" cy="3416400"/>
          </a:xfrm>
          <a:prstGeom prst="rect">
            <a:avLst/>
          </a:prstGeom>
          <a:noFill/>
          <a:ln>
            <a:noFill/>
          </a:ln>
        </p:spPr>
        <p:txBody>
          <a:bodyPr anchorCtr="0" anchor="t" bIns="91425" lIns="91425" spcFirstLastPara="1" rIns="91425" wrap="square" tIns="91425">
            <a:noAutofit/>
          </a:bodyPr>
          <a:lstStyle/>
          <a:p>
            <a:pPr indent="0" lvl="0" marL="0" rtl="0" algn="l">
              <a:spcBef>
                <a:spcPts val="1800"/>
              </a:spcBef>
              <a:spcAft>
                <a:spcPts val="0"/>
              </a:spcAft>
              <a:buClr>
                <a:schemeClr val="dk1"/>
              </a:buClr>
              <a:buSzPts val="1100"/>
              <a:buFont typeface="Arial"/>
              <a:buNone/>
            </a:pPr>
            <a:r>
              <a:rPr b="1" lang="en">
                <a:solidFill>
                  <a:srgbClr val="1155CC"/>
                </a:solidFill>
              </a:rPr>
              <a:t>[selector].</a:t>
            </a:r>
            <a:r>
              <a:rPr lang="en">
                <a:solidFill>
                  <a:srgbClr val="1155CC"/>
                </a:solidFill>
              </a:rPr>
              <a:t>getJSON( URL, [data], [callback] );</a:t>
            </a:r>
            <a:endParaRPr>
              <a:solidFill>
                <a:srgbClr val="1155CC"/>
              </a:solidFill>
            </a:endParaRPr>
          </a:p>
          <a:p>
            <a:pPr indent="-317500" lvl="0" marL="457200" rtl="0" algn="l">
              <a:spcBef>
                <a:spcPts val="1200"/>
              </a:spcBef>
              <a:spcAft>
                <a:spcPts val="0"/>
              </a:spcAft>
              <a:buClr>
                <a:srgbClr val="434343"/>
              </a:buClr>
              <a:buSzPts val="1400"/>
              <a:buChar char="●"/>
            </a:pPr>
            <a:r>
              <a:rPr b="1" i="1" lang="en">
                <a:solidFill>
                  <a:srgbClr val="434343"/>
                </a:solidFill>
              </a:rPr>
              <a:t>URL</a:t>
            </a:r>
            <a:r>
              <a:rPr i="1" lang="en">
                <a:solidFill>
                  <a:srgbClr val="434343"/>
                </a:solidFill>
              </a:rPr>
              <a:t> − The URL of the server-side resource contacted via the GET method.</a:t>
            </a:r>
            <a:endParaRPr i="1">
              <a:solidFill>
                <a:srgbClr val="434343"/>
              </a:solidFill>
            </a:endParaRPr>
          </a:p>
          <a:p>
            <a:pPr indent="-317500" lvl="0" marL="457200" rtl="0" algn="l">
              <a:spcBef>
                <a:spcPts val="0"/>
              </a:spcBef>
              <a:spcAft>
                <a:spcPts val="0"/>
              </a:spcAft>
              <a:buClr>
                <a:srgbClr val="434343"/>
              </a:buClr>
              <a:buSzPts val="1400"/>
              <a:buChar char="●"/>
            </a:pPr>
            <a:r>
              <a:rPr b="1" i="1" lang="en">
                <a:solidFill>
                  <a:srgbClr val="434343"/>
                </a:solidFill>
              </a:rPr>
              <a:t>data</a:t>
            </a:r>
            <a:r>
              <a:rPr i="1" lang="en">
                <a:solidFill>
                  <a:srgbClr val="434343"/>
                </a:solidFill>
              </a:rPr>
              <a:t> − An object whose properties serve as the name/value pairs used to construct a query string to be appended to the URL, or a preformatted and encoded query string.</a:t>
            </a:r>
            <a:endParaRPr i="1">
              <a:solidFill>
                <a:srgbClr val="434343"/>
              </a:solidFill>
            </a:endParaRPr>
          </a:p>
          <a:p>
            <a:pPr indent="-317500" lvl="0" marL="457200" rtl="0" algn="l">
              <a:spcBef>
                <a:spcPts val="0"/>
              </a:spcBef>
              <a:spcAft>
                <a:spcPts val="0"/>
              </a:spcAft>
              <a:buClr>
                <a:srgbClr val="434343"/>
              </a:buClr>
              <a:buSzPts val="1400"/>
              <a:buChar char="●"/>
            </a:pPr>
            <a:r>
              <a:rPr b="1" i="1" lang="en">
                <a:solidFill>
                  <a:srgbClr val="434343"/>
                </a:solidFill>
              </a:rPr>
              <a:t>callback</a:t>
            </a:r>
            <a:r>
              <a:rPr i="1" lang="en">
                <a:solidFill>
                  <a:srgbClr val="434343"/>
                </a:solidFill>
              </a:rPr>
              <a:t> − A function invoked when the request completes. The data value resulting from digesting the response body as a JSON string is passed as the first parameter to this callback, and the status as the second.</a:t>
            </a:r>
            <a:endParaRPr i="1">
              <a:solidFill>
                <a:srgbClr val="434343"/>
              </a:solidFill>
            </a:endParaRPr>
          </a:p>
          <a:p>
            <a:pPr indent="0" lvl="0" marL="0" rtl="0" algn="l">
              <a:spcBef>
                <a:spcPts val="1800"/>
              </a:spcBef>
              <a:spcAft>
                <a:spcPts val="0"/>
              </a:spcAft>
              <a:buClr>
                <a:schemeClr val="dk1"/>
              </a:buClr>
              <a:buSzPts val="1100"/>
              <a:buFont typeface="Arial"/>
              <a:buNone/>
            </a:pPr>
            <a:r>
              <a:t/>
            </a:r>
            <a:endParaRPr b="1">
              <a:solidFill>
                <a:srgbClr val="434343"/>
              </a:solidFill>
            </a:endParaRPr>
          </a:p>
          <a:p>
            <a:pPr indent="0" lvl="0" marL="0" rtl="0" algn="l">
              <a:spcBef>
                <a:spcPts val="1800"/>
              </a:spcBef>
              <a:spcAft>
                <a:spcPts val="0"/>
              </a:spcAft>
              <a:buClr>
                <a:schemeClr val="dk1"/>
              </a:buClr>
              <a:buSzPts val="1100"/>
              <a:buFont typeface="Arial"/>
              <a:buNone/>
            </a:pPr>
            <a:r>
              <a:t/>
            </a:r>
            <a:endParaRPr b="1">
              <a:solidFill>
                <a:srgbClr val="434343"/>
              </a:solidFill>
            </a:endParaRPr>
          </a:p>
          <a:p>
            <a:pPr indent="0" lvl="0" marL="0" marR="0" rtl="0" algn="l">
              <a:lnSpc>
                <a:spcPct val="115000"/>
              </a:lnSpc>
              <a:spcBef>
                <a:spcPts val="1600"/>
              </a:spcBef>
              <a:spcAft>
                <a:spcPts val="0"/>
              </a:spcAft>
              <a:buNone/>
            </a:pPr>
            <a:r>
              <a:t/>
            </a:r>
            <a:endParaRPr sz="1800">
              <a:uFill>
                <a:noFill/>
              </a:uFill>
              <a:hlinkClick r:id="rId3"/>
            </a:endParaRPr>
          </a:p>
          <a:p>
            <a:pPr indent="-342900" lvl="0" marL="342900" marR="0" rtl="0" algn="l">
              <a:lnSpc>
                <a:spcPct val="115000"/>
              </a:lnSpc>
              <a:spcBef>
                <a:spcPts val="1600"/>
              </a:spcBef>
              <a:spcAft>
                <a:spcPts val="0"/>
              </a:spcAft>
              <a:buClr>
                <a:schemeClr val="dk2"/>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1600"/>
              </a:spcBef>
              <a:spcAft>
                <a:spcPts val="0"/>
              </a:spcAft>
              <a:buClr>
                <a:schemeClr val="dk2"/>
              </a:buClr>
              <a:buSzPts val="45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ransition spd="slow">
    <p:fade/>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61" name="Shape 161"/>
        <p:cNvGrpSpPr/>
        <p:nvPr/>
      </p:nvGrpSpPr>
      <p:grpSpPr>
        <a:xfrm>
          <a:off x="0" y="0"/>
          <a:ext cx="0" cy="0"/>
          <a:chOff x="0" y="0"/>
          <a:chExt cx="0" cy="0"/>
        </a:xfrm>
      </p:grpSpPr>
      <p:sp>
        <p:nvSpPr>
          <p:cNvPr id="162" name="Google Shape;162;g5aed8a2594_0_45"/>
          <p:cNvSpPr/>
          <p:nvPr/>
        </p:nvSpPr>
        <p:spPr>
          <a:xfrm>
            <a:off x="0" y="0"/>
            <a:ext cx="9144000" cy="764400"/>
          </a:xfrm>
          <a:prstGeom prst="rect">
            <a:avLst/>
          </a:prstGeom>
          <a:solidFill>
            <a:srgbClr val="0D65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g5aed8a2594_0_45"/>
          <p:cNvSpPr txBox="1"/>
          <p:nvPr/>
        </p:nvSpPr>
        <p:spPr>
          <a:xfrm>
            <a:off x="0" y="57950"/>
            <a:ext cx="6805500" cy="687300"/>
          </a:xfrm>
          <a:prstGeom prst="rect">
            <a:avLst/>
          </a:prstGeom>
          <a:solidFill>
            <a:srgbClr val="0D65B5"/>
          </a:solidFill>
          <a:ln>
            <a:noFill/>
          </a:ln>
        </p:spPr>
        <p:txBody>
          <a:bodyPr anchorCtr="0" anchor="b" bIns="91425" lIns="91425" spcFirstLastPara="1" rIns="91425" wrap="square" tIns="91425">
            <a:noAutofit/>
          </a:bodyPr>
          <a:lstStyle/>
          <a:p>
            <a:pPr indent="381000" lvl="0" marL="0" marR="0" rtl="0" algn="l">
              <a:lnSpc>
                <a:spcPct val="115000"/>
              </a:lnSpc>
              <a:spcBef>
                <a:spcPts val="0"/>
              </a:spcBef>
              <a:spcAft>
                <a:spcPts val="0"/>
              </a:spcAft>
              <a:buClr>
                <a:schemeClr val="dk1"/>
              </a:buClr>
              <a:buSzPts val="600"/>
              <a:buFont typeface="Arial"/>
              <a:buNone/>
            </a:pPr>
            <a:r>
              <a:rPr b="1" lang="en" sz="2400">
                <a:solidFill>
                  <a:srgbClr val="FFFFFF"/>
                </a:solidFill>
              </a:rPr>
              <a:t>jQuery &amp; ajax</a:t>
            </a:r>
            <a:endParaRPr/>
          </a:p>
        </p:txBody>
      </p:sp>
      <p:sp>
        <p:nvSpPr>
          <p:cNvPr id="164" name="Google Shape;164;g5aed8a2594_0_45"/>
          <p:cNvSpPr txBox="1"/>
          <p:nvPr>
            <p:ph idx="1" type="body"/>
          </p:nvPr>
        </p:nvSpPr>
        <p:spPr>
          <a:xfrm>
            <a:off x="311700" y="1152475"/>
            <a:ext cx="8341200" cy="3416400"/>
          </a:xfrm>
          <a:prstGeom prst="rect">
            <a:avLst/>
          </a:prstGeom>
          <a:noFill/>
          <a:ln>
            <a:noFill/>
          </a:ln>
        </p:spPr>
        <p:txBody>
          <a:bodyPr anchorCtr="0" anchor="t" bIns="91425" lIns="91425" spcFirstLastPara="1" rIns="91425" wrap="square" tIns="91425">
            <a:noAutofit/>
          </a:bodyPr>
          <a:lstStyle/>
          <a:p>
            <a:pPr indent="0" lvl="0" marL="0" rtl="0" algn="l">
              <a:spcBef>
                <a:spcPts val="1800"/>
              </a:spcBef>
              <a:spcAft>
                <a:spcPts val="0"/>
              </a:spcAft>
              <a:buClr>
                <a:schemeClr val="dk1"/>
              </a:buClr>
              <a:buSzPts val="1100"/>
              <a:buFont typeface="Arial"/>
              <a:buNone/>
            </a:pPr>
            <a:r>
              <a:rPr b="1" lang="en">
                <a:solidFill>
                  <a:srgbClr val="434343"/>
                </a:solidFill>
              </a:rPr>
              <a:t>Passing Data to the Server</a:t>
            </a:r>
            <a:endParaRPr b="1">
              <a:solidFill>
                <a:srgbClr val="434343"/>
              </a:solidFill>
            </a:endParaRPr>
          </a:p>
          <a:p>
            <a:pPr indent="0" lvl="0" marL="0" rtl="0" algn="l">
              <a:spcBef>
                <a:spcPts val="400"/>
              </a:spcBef>
              <a:spcAft>
                <a:spcPts val="0"/>
              </a:spcAft>
              <a:buClr>
                <a:schemeClr val="dk1"/>
              </a:buClr>
              <a:buSzPts val="1100"/>
              <a:buFont typeface="Arial"/>
              <a:buNone/>
            </a:pPr>
            <a:r>
              <a:t/>
            </a:r>
            <a:endParaRPr>
              <a:solidFill>
                <a:srgbClr val="434343"/>
              </a:solidFill>
            </a:endParaRPr>
          </a:p>
          <a:p>
            <a:pPr indent="0" lvl="0" marL="0" rtl="0" algn="l">
              <a:spcBef>
                <a:spcPts val="0"/>
              </a:spcBef>
              <a:spcAft>
                <a:spcPts val="0"/>
              </a:spcAft>
              <a:buClr>
                <a:schemeClr val="dk1"/>
              </a:buClr>
              <a:buSzPts val="1100"/>
              <a:buFont typeface="Arial"/>
              <a:buNone/>
            </a:pPr>
            <a:r>
              <a:rPr lang="en">
                <a:solidFill>
                  <a:srgbClr val="434343"/>
                </a:solidFill>
              </a:rPr>
              <a:t>Many times you collect input from the user and you pass that input to the server for further processing. </a:t>
            </a:r>
            <a:endParaRPr>
              <a:solidFill>
                <a:srgbClr val="434343"/>
              </a:solidFill>
            </a:endParaRPr>
          </a:p>
          <a:p>
            <a:pPr indent="0" lvl="0" marL="0" rtl="0" algn="l">
              <a:spcBef>
                <a:spcPts val="0"/>
              </a:spcBef>
              <a:spcAft>
                <a:spcPts val="0"/>
              </a:spcAft>
              <a:buClr>
                <a:schemeClr val="dk1"/>
              </a:buClr>
              <a:buSzPts val="1100"/>
              <a:buFont typeface="Arial"/>
              <a:buNone/>
            </a:pPr>
            <a:r>
              <a:t/>
            </a:r>
            <a:endParaRPr>
              <a:solidFill>
                <a:srgbClr val="434343"/>
              </a:solidFill>
            </a:endParaRPr>
          </a:p>
          <a:p>
            <a:pPr indent="0" lvl="0" marL="0" rtl="0" algn="l">
              <a:spcBef>
                <a:spcPts val="0"/>
              </a:spcBef>
              <a:spcAft>
                <a:spcPts val="0"/>
              </a:spcAft>
              <a:buClr>
                <a:schemeClr val="dk1"/>
              </a:buClr>
              <a:buSzPts val="1100"/>
              <a:buFont typeface="Arial"/>
              <a:buNone/>
            </a:pPr>
            <a:r>
              <a:rPr lang="en">
                <a:solidFill>
                  <a:srgbClr val="434343"/>
                </a:solidFill>
              </a:rPr>
              <a:t>JQuery AJAX made it easy enough to pass collected data to the server using </a:t>
            </a:r>
            <a:r>
              <a:rPr b="1" lang="en">
                <a:solidFill>
                  <a:srgbClr val="434343"/>
                </a:solidFill>
              </a:rPr>
              <a:t>data</a:t>
            </a:r>
            <a:r>
              <a:rPr lang="en">
                <a:solidFill>
                  <a:srgbClr val="434343"/>
                </a:solidFill>
              </a:rPr>
              <a:t> parameter of any available Ajax method.</a:t>
            </a:r>
            <a:endParaRPr>
              <a:solidFill>
                <a:srgbClr val="434343"/>
              </a:solidFill>
            </a:endParaRPr>
          </a:p>
          <a:p>
            <a:pPr indent="0" lvl="0" marL="0" rtl="0" algn="l">
              <a:spcBef>
                <a:spcPts val="1800"/>
              </a:spcBef>
              <a:spcAft>
                <a:spcPts val="0"/>
              </a:spcAft>
              <a:buClr>
                <a:schemeClr val="dk1"/>
              </a:buClr>
              <a:buSzPts val="1100"/>
              <a:buFont typeface="Arial"/>
              <a:buNone/>
            </a:pPr>
            <a:r>
              <a:t/>
            </a:r>
            <a:endParaRPr b="1">
              <a:solidFill>
                <a:srgbClr val="1155CC"/>
              </a:solidFill>
            </a:endParaRPr>
          </a:p>
          <a:p>
            <a:pPr indent="0" lvl="0" marL="0" marR="0" rtl="0" algn="l">
              <a:lnSpc>
                <a:spcPct val="115000"/>
              </a:lnSpc>
              <a:spcBef>
                <a:spcPts val="1600"/>
              </a:spcBef>
              <a:spcAft>
                <a:spcPts val="0"/>
              </a:spcAft>
              <a:buNone/>
            </a:pPr>
            <a:r>
              <a:t/>
            </a:r>
            <a:endParaRPr sz="1800">
              <a:uFill>
                <a:noFill/>
              </a:uFill>
              <a:hlinkClick r:id="rId3"/>
            </a:endParaRPr>
          </a:p>
          <a:p>
            <a:pPr indent="-342900" lvl="0" marL="342900" marR="0" rtl="0" algn="l">
              <a:lnSpc>
                <a:spcPct val="115000"/>
              </a:lnSpc>
              <a:spcBef>
                <a:spcPts val="1600"/>
              </a:spcBef>
              <a:spcAft>
                <a:spcPts val="0"/>
              </a:spcAft>
              <a:buClr>
                <a:schemeClr val="dk2"/>
              </a:buClr>
              <a:buSzPts val="1800"/>
              <a:buFont typeface="Arial"/>
              <a:buNone/>
            </a:pPr>
            <a:r>
              <a:t/>
            </a:r>
            <a:endParaRPr b="0" i="0" sz="1800" u="none" cap="none" strike="noStrike">
              <a:solidFill>
                <a:schemeClr val="dk1"/>
              </a:solidFill>
              <a:latin typeface="Arial"/>
              <a:ea typeface="Arial"/>
              <a:cs typeface="Arial"/>
              <a:sym typeface="Arial"/>
            </a:endParaRPr>
          </a:p>
          <a:p>
            <a:pPr indent="0" lvl="0" marL="0" marR="0" rtl="0" algn="l">
              <a:lnSpc>
                <a:spcPct val="115000"/>
              </a:lnSpc>
              <a:spcBef>
                <a:spcPts val="1600"/>
              </a:spcBef>
              <a:spcAft>
                <a:spcPts val="0"/>
              </a:spcAft>
              <a:buClr>
                <a:schemeClr val="dk2"/>
              </a:buClr>
              <a:buSzPts val="450"/>
              <a:buFont typeface="Arial"/>
              <a:buNone/>
            </a:pPr>
            <a:r>
              <a:t/>
            </a:r>
            <a:endParaRPr b="0" i="0" sz="1800" u="none" cap="none" strike="noStrike">
              <a:solidFill>
                <a:schemeClr val="dk1"/>
              </a:solidFill>
              <a:latin typeface="Arial"/>
              <a:ea typeface="Arial"/>
              <a:cs typeface="Arial"/>
              <a:sym typeface="Arial"/>
            </a:endParaRPr>
          </a:p>
        </p:txBody>
      </p:sp>
    </p:spTree>
  </p:cSld>
  <p:clrMapOvr>
    <a:masterClrMapping/>
  </p:clrMapOvr>
  <p:transition spd="slow">
    <p:fade/>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bg>
      <p:bgPr>
        <a:solidFill>
          <a:srgbClr val="33AC71"/>
        </a:solidFill>
      </p:bgPr>
    </p:bg>
    <p:spTree>
      <p:nvGrpSpPr>
        <p:cNvPr id="168" name="Shape 168"/>
        <p:cNvGrpSpPr/>
        <p:nvPr/>
      </p:nvGrpSpPr>
      <p:grpSpPr>
        <a:xfrm>
          <a:off x="0" y="0"/>
          <a:ext cx="0" cy="0"/>
          <a:chOff x="0" y="0"/>
          <a:chExt cx="0" cy="0"/>
        </a:xfrm>
      </p:grpSpPr>
      <p:sp>
        <p:nvSpPr>
          <p:cNvPr id="169" name="Google Shape;169;p10"/>
          <p:cNvSpPr txBox="1"/>
          <p:nvPr>
            <p:ph type="title"/>
          </p:nvPr>
        </p:nvSpPr>
        <p:spPr>
          <a:xfrm>
            <a:off x="444650" y="1500025"/>
            <a:ext cx="8520599" cy="401399"/>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750"/>
              <a:buFont typeface="Arial"/>
              <a:buNone/>
            </a:pPr>
            <a:r>
              <a:rPr b="1" lang="en" sz="3000">
                <a:solidFill>
                  <a:srgbClr val="FFFFFF"/>
                </a:solidFill>
              </a:rPr>
              <a:t>PHP &amp; json</a:t>
            </a:r>
            <a:endParaRPr/>
          </a:p>
          <a:p>
            <a:pPr indent="0" lvl="0" marL="0" marR="0" rtl="0" algn="l">
              <a:lnSpc>
                <a:spcPct val="115000"/>
              </a:lnSpc>
              <a:spcBef>
                <a:spcPts val="3000"/>
              </a:spcBef>
              <a:spcAft>
                <a:spcPts val="0"/>
              </a:spcAft>
              <a:buClr>
                <a:schemeClr val="dk1"/>
              </a:buClr>
              <a:buSzPts val="750"/>
              <a:buFont typeface="Arial"/>
              <a:buNone/>
            </a:pPr>
            <a:r>
              <a:t/>
            </a:r>
            <a:endParaRPr b="1" i="0" sz="3000" u="none" cap="none" strike="noStrike">
              <a:solidFill>
                <a:srgbClr val="FFFFFF"/>
              </a:solidFill>
              <a:latin typeface="Arial"/>
              <a:ea typeface="Arial"/>
              <a:cs typeface="Arial"/>
              <a:sym typeface="Arial"/>
            </a:endParaRPr>
          </a:p>
        </p:txBody>
      </p:sp>
    </p:spTree>
  </p:cSld>
  <p:clrMapOvr>
    <a:masterClrMapping/>
  </p:clrMapOvr>
  <p:transition spd="slow">
    <p:fade/>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73" name="Shape 173"/>
        <p:cNvGrpSpPr/>
        <p:nvPr/>
      </p:nvGrpSpPr>
      <p:grpSpPr>
        <a:xfrm>
          <a:off x="0" y="0"/>
          <a:ext cx="0" cy="0"/>
          <a:chOff x="0" y="0"/>
          <a:chExt cx="0" cy="0"/>
        </a:xfrm>
      </p:grpSpPr>
      <p:sp>
        <p:nvSpPr>
          <p:cNvPr id="174" name="Google Shape;174;p11"/>
          <p:cNvSpPr/>
          <p:nvPr/>
        </p:nvSpPr>
        <p:spPr>
          <a:xfrm>
            <a:off x="0" y="0"/>
            <a:ext cx="9144000" cy="714899"/>
          </a:xfrm>
          <a:prstGeom prst="rect">
            <a:avLst/>
          </a:prstGeom>
          <a:solidFill>
            <a:srgbClr val="57BB8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11"/>
          <p:cNvSpPr txBox="1"/>
          <p:nvPr>
            <p:ph idx="1" type="body"/>
          </p:nvPr>
        </p:nvSpPr>
        <p:spPr>
          <a:xfrm>
            <a:off x="311700" y="1152475"/>
            <a:ext cx="8341200" cy="3416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2"/>
              </a:buClr>
              <a:buSzPts val="450"/>
              <a:buFont typeface="Arial"/>
              <a:buNone/>
            </a:pPr>
            <a:r>
              <a:rPr lang="en" sz="1800" u="sng">
                <a:solidFill>
                  <a:schemeClr val="hlink"/>
                </a:solidFill>
                <a:hlinkClick r:id="rId3"/>
              </a:rPr>
              <a:t>json_encode()</a:t>
            </a:r>
            <a:endParaRPr b="0" i="0" sz="1800" u="none" cap="none" strike="noStrike">
              <a:solidFill>
                <a:srgbClr val="434343"/>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450"/>
              <a:buFont typeface="Arial"/>
              <a:buNone/>
            </a:pPr>
            <a:r>
              <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chemeClr val="dk2"/>
              </a:buClr>
              <a:buSzPts val="450"/>
              <a:buFont typeface="Arial"/>
              <a:buNone/>
            </a:pPr>
            <a:r>
              <a:rPr lang="en" sz="1800"/>
              <a:t>Returns the JSON representation of a value</a:t>
            </a:r>
            <a:endParaRPr b="0" i="0" sz="1800" u="none" cap="none" strike="noStrike">
              <a:solidFill>
                <a:schemeClr val="dk2"/>
              </a:solidFill>
              <a:latin typeface="Arial"/>
              <a:ea typeface="Arial"/>
              <a:cs typeface="Arial"/>
              <a:sym typeface="Arial"/>
            </a:endParaRPr>
          </a:p>
        </p:txBody>
      </p:sp>
      <p:sp>
        <p:nvSpPr>
          <p:cNvPr id="176" name="Google Shape;176;p11"/>
          <p:cNvSpPr txBox="1"/>
          <p:nvPr/>
        </p:nvSpPr>
        <p:spPr>
          <a:xfrm>
            <a:off x="428274" y="0"/>
            <a:ext cx="7384084" cy="714899"/>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FFFFFF"/>
              </a:buClr>
              <a:buSzPts val="600"/>
              <a:buFont typeface="Arial"/>
              <a:buNone/>
            </a:pPr>
            <a:r>
              <a:rPr b="1" lang="en" sz="2400">
                <a:solidFill>
                  <a:srgbClr val="FFFFFF"/>
                </a:solidFill>
              </a:rPr>
              <a:t>PHP &amp; json</a:t>
            </a:r>
            <a:endParaRPr/>
          </a:p>
        </p:txBody>
      </p:sp>
    </p:spTree>
  </p:cSld>
  <p:clrMapOvr>
    <a:masterClrMapping/>
  </p:clrMapOvr>
  <p:transition spd="slow">
    <p:fade/>
  </p:transition>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0" name="Shape 180"/>
        <p:cNvGrpSpPr/>
        <p:nvPr/>
      </p:nvGrpSpPr>
      <p:grpSpPr>
        <a:xfrm>
          <a:off x="0" y="0"/>
          <a:ext cx="0" cy="0"/>
          <a:chOff x="0" y="0"/>
          <a:chExt cx="0" cy="0"/>
        </a:xfrm>
      </p:grpSpPr>
      <p:sp>
        <p:nvSpPr>
          <p:cNvPr id="181" name="Google Shape;181;g5aed8a2594_0_23"/>
          <p:cNvSpPr/>
          <p:nvPr/>
        </p:nvSpPr>
        <p:spPr>
          <a:xfrm>
            <a:off x="0" y="0"/>
            <a:ext cx="9144000" cy="714900"/>
          </a:xfrm>
          <a:prstGeom prst="rect">
            <a:avLst/>
          </a:prstGeom>
          <a:solidFill>
            <a:srgbClr val="57BB8A"/>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2" name="Google Shape;182;g5aed8a2594_0_23"/>
          <p:cNvSpPr txBox="1"/>
          <p:nvPr>
            <p:ph idx="1" type="body"/>
          </p:nvPr>
        </p:nvSpPr>
        <p:spPr>
          <a:xfrm>
            <a:off x="311700" y="1152475"/>
            <a:ext cx="8341200" cy="3416400"/>
          </a:xfrm>
          <a:prstGeom prst="rect">
            <a:avLst/>
          </a:prstGeom>
          <a:noFill/>
          <a:ln>
            <a:noFill/>
          </a:ln>
        </p:spPr>
        <p:txBody>
          <a:bodyPr anchorCtr="0" anchor="t" bIns="91425" lIns="91425" spcFirstLastPara="1" rIns="91425" wrap="square" tIns="91425">
            <a:noAutofit/>
          </a:bodyPr>
          <a:lstStyle/>
          <a:p>
            <a:pPr indent="0" lvl="0" marL="0" rtl="0" algn="l">
              <a:spcBef>
                <a:spcPts val="2400"/>
              </a:spcBef>
              <a:spcAft>
                <a:spcPts val="0"/>
              </a:spcAft>
              <a:buClr>
                <a:schemeClr val="dk1"/>
              </a:buClr>
              <a:buSzPts val="1100"/>
              <a:buFont typeface="Arial"/>
              <a:buNone/>
            </a:pPr>
            <a:r>
              <a:rPr b="1" lang="en" u="sng">
                <a:solidFill>
                  <a:schemeClr val="hlink"/>
                </a:solidFill>
                <a:hlinkClick r:id="rId3"/>
              </a:rPr>
              <a:t>json_decode()</a:t>
            </a:r>
            <a:endParaRPr b="1">
              <a:solidFill>
                <a:srgbClr val="434343"/>
              </a:solidFill>
            </a:endParaRPr>
          </a:p>
          <a:p>
            <a:pPr indent="0" lvl="0" marL="0" marR="0" rtl="0" algn="l">
              <a:lnSpc>
                <a:spcPct val="100000"/>
              </a:lnSpc>
              <a:spcBef>
                <a:spcPts val="600"/>
              </a:spcBef>
              <a:spcAft>
                <a:spcPts val="0"/>
              </a:spcAft>
              <a:buClr>
                <a:schemeClr val="dk2"/>
              </a:buClr>
              <a:buSzPts val="450"/>
              <a:buFont typeface="Arial"/>
              <a:buNone/>
            </a:pPr>
            <a:r>
              <a:t/>
            </a:r>
            <a:endParaRPr sz="1800">
              <a:solidFill>
                <a:srgbClr val="434343"/>
              </a:solidFill>
            </a:endParaRPr>
          </a:p>
          <a:p>
            <a:pPr indent="0" lvl="0" marL="0" marR="0" rtl="0" algn="l">
              <a:lnSpc>
                <a:spcPct val="100000"/>
              </a:lnSpc>
              <a:spcBef>
                <a:spcPts val="0"/>
              </a:spcBef>
              <a:spcAft>
                <a:spcPts val="0"/>
              </a:spcAft>
              <a:buClr>
                <a:schemeClr val="dk2"/>
              </a:buClr>
              <a:buSzPts val="450"/>
              <a:buFont typeface="Arial"/>
              <a:buNone/>
            </a:pPr>
            <a:r>
              <a:t/>
            </a:r>
            <a:endParaRPr b="0" i="0" sz="1800" u="none" cap="none" strike="noStrike">
              <a:solidFill>
                <a:schemeClr val="dk2"/>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lang="en" sz="1800"/>
              <a:t>Decodes a JSON string</a:t>
            </a:r>
            <a:endParaRPr sz="1800"/>
          </a:p>
          <a:p>
            <a:pPr indent="0" lvl="0" marL="0" marR="0" rtl="0" algn="l">
              <a:lnSpc>
                <a:spcPct val="100000"/>
              </a:lnSpc>
              <a:spcBef>
                <a:spcPts val="0"/>
              </a:spcBef>
              <a:spcAft>
                <a:spcPts val="0"/>
              </a:spcAft>
              <a:buClr>
                <a:schemeClr val="dk2"/>
              </a:buClr>
              <a:buSzPts val="450"/>
              <a:buFont typeface="Arial"/>
              <a:buNone/>
            </a:pPr>
            <a:r>
              <a:t/>
            </a:r>
            <a:endParaRPr sz="1800"/>
          </a:p>
        </p:txBody>
      </p:sp>
      <p:sp>
        <p:nvSpPr>
          <p:cNvPr id="183" name="Google Shape;183;g5aed8a2594_0_23"/>
          <p:cNvSpPr txBox="1"/>
          <p:nvPr/>
        </p:nvSpPr>
        <p:spPr>
          <a:xfrm>
            <a:off x="428274" y="0"/>
            <a:ext cx="7384200" cy="7149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FFFFFF"/>
              </a:buClr>
              <a:buSzPts val="600"/>
              <a:buFont typeface="Arial"/>
              <a:buNone/>
            </a:pPr>
            <a:r>
              <a:rPr b="1" lang="en" sz="2400">
                <a:solidFill>
                  <a:srgbClr val="FFFFFF"/>
                </a:solidFill>
              </a:rPr>
              <a:t>PHP &amp; json</a:t>
            </a:r>
            <a:endParaRPr/>
          </a:p>
        </p:txBody>
      </p:sp>
    </p:spTree>
  </p:cSld>
  <p:clrMapOvr>
    <a:masterClrMapping/>
  </p:clrMapOvr>
  <p:transition spd="slow">
    <p:fade/>
  </p:transition>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187" name="Shape 187"/>
        <p:cNvGrpSpPr/>
        <p:nvPr/>
      </p:nvGrpSpPr>
      <p:grpSpPr>
        <a:xfrm>
          <a:off x="0" y="0"/>
          <a:ext cx="0" cy="0"/>
          <a:chOff x="0" y="0"/>
          <a:chExt cx="0" cy="0"/>
        </a:xfrm>
      </p:grpSpPr>
      <p:sp>
        <p:nvSpPr>
          <p:cNvPr id="188" name="Google Shape;188;g5aedd433f2_0_0"/>
          <p:cNvSpPr/>
          <p:nvPr/>
        </p:nvSpPr>
        <p:spPr>
          <a:xfrm>
            <a:off x="0" y="0"/>
            <a:ext cx="9144000" cy="764400"/>
          </a:xfrm>
          <a:prstGeom prst="rect">
            <a:avLst/>
          </a:prstGeom>
          <a:solidFill>
            <a:srgbClr val="0D65B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 name="Google Shape;189;g5aedd433f2_0_0"/>
          <p:cNvSpPr txBox="1"/>
          <p:nvPr/>
        </p:nvSpPr>
        <p:spPr>
          <a:xfrm>
            <a:off x="0" y="57950"/>
            <a:ext cx="6805500" cy="687300"/>
          </a:xfrm>
          <a:prstGeom prst="rect">
            <a:avLst/>
          </a:prstGeom>
          <a:solidFill>
            <a:srgbClr val="0D65B5"/>
          </a:solidFill>
          <a:ln>
            <a:noFill/>
          </a:ln>
        </p:spPr>
        <p:txBody>
          <a:bodyPr anchorCtr="0" anchor="b" bIns="91425" lIns="91425" spcFirstLastPara="1" rIns="91425" wrap="square" tIns="91425">
            <a:noAutofit/>
          </a:bodyPr>
          <a:lstStyle/>
          <a:p>
            <a:pPr indent="381000" lvl="0" marL="0" marR="0" rtl="0" algn="l">
              <a:lnSpc>
                <a:spcPct val="115000"/>
              </a:lnSpc>
              <a:spcBef>
                <a:spcPts val="0"/>
              </a:spcBef>
              <a:spcAft>
                <a:spcPts val="0"/>
              </a:spcAft>
              <a:buClr>
                <a:schemeClr val="dk1"/>
              </a:buClr>
              <a:buSzPts val="600"/>
              <a:buFont typeface="Arial"/>
              <a:buNone/>
            </a:pPr>
            <a:r>
              <a:rPr b="1" lang="en" sz="2400">
                <a:solidFill>
                  <a:srgbClr val="FFFFFF"/>
                </a:solidFill>
              </a:rPr>
              <a:t>jQuery &amp; ajax</a:t>
            </a:r>
            <a:endParaRPr/>
          </a:p>
        </p:txBody>
      </p:sp>
      <p:sp>
        <p:nvSpPr>
          <p:cNvPr id="190" name="Google Shape;190;g5aedd433f2_0_0"/>
          <p:cNvSpPr txBox="1"/>
          <p:nvPr>
            <p:ph idx="1" type="body"/>
          </p:nvPr>
        </p:nvSpPr>
        <p:spPr>
          <a:xfrm>
            <a:off x="311700" y="1152475"/>
            <a:ext cx="8341200" cy="3416400"/>
          </a:xfrm>
          <a:prstGeom prst="rect">
            <a:avLst/>
          </a:prstGeom>
          <a:noFill/>
          <a:ln>
            <a:noFill/>
          </a:ln>
        </p:spPr>
        <p:txBody>
          <a:bodyPr anchorCtr="0" anchor="t" bIns="91425" lIns="91425" spcFirstLastPara="1" rIns="91425" wrap="square" tIns="91425">
            <a:noAutofit/>
          </a:bodyPr>
          <a:lstStyle/>
          <a:p>
            <a:pPr indent="0" lvl="0" marL="0" rtl="0" algn="l">
              <a:spcBef>
                <a:spcPts val="1800"/>
              </a:spcBef>
              <a:spcAft>
                <a:spcPts val="0"/>
              </a:spcAft>
              <a:buClr>
                <a:schemeClr val="dk1"/>
              </a:buClr>
              <a:buSzPts val="1100"/>
              <a:buFont typeface="Arial"/>
              <a:buNone/>
            </a:pPr>
            <a:r>
              <a:rPr b="1" lang="en" sz="1700">
                <a:solidFill>
                  <a:srgbClr val="1155CC"/>
                </a:solidFill>
              </a:rPr>
              <a:t>$.ajax( url [, settings ] )</a:t>
            </a:r>
            <a:endParaRPr b="1" sz="1700">
              <a:solidFill>
                <a:srgbClr val="1155CC"/>
              </a:solidFill>
            </a:endParaRPr>
          </a:p>
          <a:p>
            <a:pPr indent="0" lvl="0" marL="0" rtl="0" algn="l">
              <a:spcBef>
                <a:spcPts val="1800"/>
              </a:spcBef>
              <a:spcAft>
                <a:spcPts val="0"/>
              </a:spcAft>
              <a:buClr>
                <a:schemeClr val="dk1"/>
              </a:buClr>
              <a:buSzPts val="1100"/>
              <a:buFont typeface="Arial"/>
              <a:buNone/>
            </a:pPr>
            <a:r>
              <a:t/>
            </a:r>
            <a:endParaRPr b="1" sz="1700">
              <a:solidFill>
                <a:srgbClr val="1155CC"/>
              </a:solidFill>
            </a:endParaRPr>
          </a:p>
          <a:p>
            <a:pPr indent="0" lvl="0" marL="0" rtl="0" algn="l">
              <a:spcBef>
                <a:spcPts val="1800"/>
              </a:spcBef>
              <a:spcAft>
                <a:spcPts val="0"/>
              </a:spcAft>
              <a:buClr>
                <a:schemeClr val="dk1"/>
              </a:buClr>
              <a:buSzPts val="1100"/>
              <a:buFont typeface="Arial"/>
              <a:buNone/>
            </a:pPr>
            <a:r>
              <a:rPr lang="en" sz="1700" u="sng">
                <a:solidFill>
                  <a:schemeClr val="hlink"/>
                </a:solidFill>
                <a:hlinkClick r:id="rId3"/>
              </a:rPr>
              <a:t>http://api.jquery.com/jquery.ajax/</a:t>
            </a:r>
            <a:endParaRPr sz="1700">
              <a:solidFill>
                <a:srgbClr val="666666"/>
              </a:solidFill>
            </a:endParaRPr>
          </a:p>
          <a:p>
            <a:pPr indent="0" lvl="0" marL="0" rtl="0" algn="l">
              <a:spcBef>
                <a:spcPts val="1800"/>
              </a:spcBef>
              <a:spcAft>
                <a:spcPts val="0"/>
              </a:spcAft>
              <a:buClr>
                <a:schemeClr val="dk1"/>
              </a:buClr>
              <a:buSzPts val="1100"/>
              <a:buFont typeface="Arial"/>
              <a:buNone/>
            </a:pPr>
            <a:r>
              <a:rPr lang="en" sz="1700">
                <a:solidFill>
                  <a:srgbClr val="666666"/>
                </a:solidFill>
              </a:rPr>
              <a:t>Demo-&gt;</a:t>
            </a:r>
            <a:endParaRPr sz="1700">
              <a:solidFill>
                <a:srgbClr val="666666"/>
              </a:solidFill>
            </a:endParaRPr>
          </a:p>
          <a:p>
            <a:pPr indent="0" lvl="0" marL="0" rtl="0" algn="l">
              <a:spcBef>
                <a:spcPts val="400"/>
              </a:spcBef>
              <a:spcAft>
                <a:spcPts val="0"/>
              </a:spcAft>
              <a:buClr>
                <a:schemeClr val="dk1"/>
              </a:buClr>
              <a:buSzPts val="1100"/>
              <a:buFont typeface="Arial"/>
              <a:buNone/>
            </a:pPr>
            <a:r>
              <a:t/>
            </a:r>
            <a:endParaRPr b="1">
              <a:solidFill>
                <a:srgbClr val="1155CC"/>
              </a:solidFill>
            </a:endParaRPr>
          </a:p>
          <a:p>
            <a:pPr indent="0" lvl="0" marL="0" rtl="0" algn="l">
              <a:spcBef>
                <a:spcPts val="1800"/>
              </a:spcBef>
              <a:spcAft>
                <a:spcPts val="0"/>
              </a:spcAft>
              <a:buClr>
                <a:schemeClr val="dk1"/>
              </a:buClr>
              <a:buSzPts val="1100"/>
              <a:buFont typeface="Arial"/>
              <a:buNone/>
            </a:pPr>
            <a:r>
              <a:t/>
            </a:r>
            <a:endParaRPr b="1">
              <a:solidFill>
                <a:srgbClr val="1155CC"/>
              </a:solidFill>
            </a:endParaRPr>
          </a:p>
          <a:p>
            <a:pPr indent="0" lvl="0" marL="0" marR="0" rtl="0" algn="l">
              <a:lnSpc>
                <a:spcPct val="115000"/>
              </a:lnSpc>
              <a:spcBef>
                <a:spcPts val="1600"/>
              </a:spcBef>
              <a:spcAft>
                <a:spcPts val="0"/>
              </a:spcAft>
              <a:buNone/>
            </a:pPr>
            <a:r>
              <a:t/>
            </a:r>
            <a:endParaRPr sz="1800">
              <a:solidFill>
                <a:srgbClr val="1155CC"/>
              </a:solidFill>
              <a:uFill>
                <a:noFill/>
              </a:uFill>
              <a:hlinkClick r:id="rId4"/>
            </a:endParaRPr>
          </a:p>
          <a:p>
            <a:pPr indent="-342900" lvl="0" marL="342900" marR="0" rtl="0" algn="l">
              <a:lnSpc>
                <a:spcPct val="115000"/>
              </a:lnSpc>
              <a:spcBef>
                <a:spcPts val="1600"/>
              </a:spcBef>
              <a:spcAft>
                <a:spcPts val="0"/>
              </a:spcAft>
              <a:buClr>
                <a:schemeClr val="dk2"/>
              </a:buClr>
              <a:buSzPts val="1800"/>
              <a:buFont typeface="Arial"/>
              <a:buNone/>
            </a:pPr>
            <a:r>
              <a:t/>
            </a:r>
            <a:endParaRPr b="0" i="0" sz="1800" u="none" cap="none" strike="noStrike">
              <a:solidFill>
                <a:srgbClr val="1155CC"/>
              </a:solidFill>
              <a:latin typeface="Arial"/>
              <a:ea typeface="Arial"/>
              <a:cs typeface="Arial"/>
              <a:sym typeface="Arial"/>
            </a:endParaRPr>
          </a:p>
          <a:p>
            <a:pPr indent="0" lvl="0" marL="0" marR="0" rtl="0" algn="l">
              <a:lnSpc>
                <a:spcPct val="115000"/>
              </a:lnSpc>
              <a:spcBef>
                <a:spcPts val="1600"/>
              </a:spcBef>
              <a:spcAft>
                <a:spcPts val="0"/>
              </a:spcAft>
              <a:buClr>
                <a:schemeClr val="dk2"/>
              </a:buClr>
              <a:buSzPts val="450"/>
              <a:buFont typeface="Arial"/>
              <a:buNone/>
            </a:pPr>
            <a:r>
              <a:t/>
            </a:r>
            <a:endParaRPr b="0" i="0" sz="1800" u="none" cap="none" strike="noStrike">
              <a:solidFill>
                <a:srgbClr val="1155CC"/>
              </a:solidFill>
              <a:latin typeface="Arial"/>
              <a:ea typeface="Arial"/>
              <a:cs typeface="Arial"/>
              <a:sym typeface="Arial"/>
            </a:endParaRPr>
          </a:p>
        </p:txBody>
      </p:sp>
    </p:spTree>
  </p:cSld>
  <p:clrMapOvr>
    <a:masterClrMapping/>
  </p:clrMapOvr>
  <p:transition spd="slow">
    <p:fade/>
  </p:transition>
</p:sld>
</file>

<file path=ppt/theme/theme1.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light-2">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user</dc:creator>
</cp:coreProperties>
</file>