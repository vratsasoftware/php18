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9144000" cy="5143500" type="screen16x9"/>
  <p:notesSz cx="6858000" cy="9144000"/>
  <p:embeddedFontLst>
    <p:embeddedFont>
      <p:font typeface="Syncopate" panose="020B0604020202020204"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000000"/>
          </p15:clr>
        </p15:guide>
        <p15:guide id="2" pos="2880">
          <p15:clr>
            <a:srgbClr val="000000"/>
          </p15:clr>
        </p15:guide>
      </p15:sld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gko0mN0RCsuYiD19CAUgtLOPbO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16" d="100"/>
          <a:sy n="116" d="100"/>
        </p:scale>
        <p:origin x="-413" y="1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99968237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2: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5aed8a252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g5aed8a252b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5aed8a252b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g5aed8a252b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6: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7: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5aed8a259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5aed8a2594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8: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9: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5aed8a2594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5aed8a2594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5aed8a259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5aed8a2594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5aed8a2594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5aed8a2594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5aed8a2594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5aed8a2594_0_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5aed8a2594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5aed8a2594_0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p10: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p11: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5aed8a2594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5aed8a2594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5aedd433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5aedd433f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4"/>
          <p:cNvSpPr txBox="1">
            <a:spLocks noGrp="1"/>
          </p:cNvSpPr>
          <p:nvPr>
            <p:ph type="ctrTitle"/>
          </p:nvPr>
        </p:nvSpPr>
        <p:spPr>
          <a:xfrm>
            <a:off x="311708" y="744575"/>
            <a:ext cx="8520599" cy="2052599"/>
          </a:xfrm>
          <a:prstGeom prst="rect">
            <a:avLst/>
          </a:prstGeom>
          <a:noFill/>
          <a:ln>
            <a:noFill/>
          </a:ln>
        </p:spPr>
        <p:txBody>
          <a:bodyPr spcFirstLastPara="1" wrap="square" lIns="91425" tIns="91425" rIns="91425" bIns="91425" anchor="b" anchorCtr="0"/>
          <a:lstStyle>
            <a:lvl1pPr marR="0" lvl="0" algn="ctr">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lvl="1" algn="ctr">
              <a:spcBef>
                <a:spcPts val="0"/>
              </a:spcBef>
              <a:spcAft>
                <a:spcPts val="0"/>
              </a:spcAft>
              <a:buClr>
                <a:schemeClr val="dk1"/>
              </a:buClr>
              <a:buSzPts val="5200"/>
              <a:buFont typeface="Arial"/>
              <a:buNone/>
              <a:defRPr sz="5200">
                <a:solidFill>
                  <a:schemeClr val="dk1"/>
                </a:solidFill>
              </a:defRPr>
            </a:lvl2pPr>
            <a:lvl3pPr lvl="2" algn="ctr">
              <a:spcBef>
                <a:spcPts val="0"/>
              </a:spcBef>
              <a:spcAft>
                <a:spcPts val="0"/>
              </a:spcAft>
              <a:buClr>
                <a:schemeClr val="dk1"/>
              </a:buClr>
              <a:buSzPts val="5200"/>
              <a:buFont typeface="Arial"/>
              <a:buNone/>
              <a:defRPr sz="5200">
                <a:solidFill>
                  <a:schemeClr val="dk1"/>
                </a:solidFill>
              </a:defRPr>
            </a:lvl3pPr>
            <a:lvl4pPr lvl="3" algn="ctr">
              <a:spcBef>
                <a:spcPts val="0"/>
              </a:spcBef>
              <a:spcAft>
                <a:spcPts val="0"/>
              </a:spcAft>
              <a:buClr>
                <a:schemeClr val="dk1"/>
              </a:buClr>
              <a:buSzPts val="5200"/>
              <a:buFont typeface="Arial"/>
              <a:buNone/>
              <a:defRPr sz="5200">
                <a:solidFill>
                  <a:schemeClr val="dk1"/>
                </a:solidFill>
              </a:defRPr>
            </a:lvl4pPr>
            <a:lvl5pPr lvl="4" algn="ctr">
              <a:spcBef>
                <a:spcPts val="0"/>
              </a:spcBef>
              <a:spcAft>
                <a:spcPts val="0"/>
              </a:spcAft>
              <a:buClr>
                <a:schemeClr val="dk1"/>
              </a:buClr>
              <a:buSzPts val="5200"/>
              <a:buFont typeface="Arial"/>
              <a:buNone/>
              <a:defRPr sz="5200">
                <a:solidFill>
                  <a:schemeClr val="dk1"/>
                </a:solidFill>
              </a:defRPr>
            </a:lvl5pPr>
            <a:lvl6pPr lvl="5" algn="ctr">
              <a:spcBef>
                <a:spcPts val="0"/>
              </a:spcBef>
              <a:spcAft>
                <a:spcPts val="0"/>
              </a:spcAft>
              <a:buClr>
                <a:schemeClr val="dk1"/>
              </a:buClr>
              <a:buSzPts val="5200"/>
              <a:buFont typeface="Arial"/>
              <a:buNone/>
              <a:defRPr sz="5200">
                <a:solidFill>
                  <a:schemeClr val="dk1"/>
                </a:solidFill>
              </a:defRPr>
            </a:lvl6pPr>
            <a:lvl7pPr lvl="6" algn="ctr">
              <a:spcBef>
                <a:spcPts val="0"/>
              </a:spcBef>
              <a:spcAft>
                <a:spcPts val="0"/>
              </a:spcAft>
              <a:buClr>
                <a:schemeClr val="dk1"/>
              </a:buClr>
              <a:buSzPts val="5200"/>
              <a:buFont typeface="Arial"/>
              <a:buNone/>
              <a:defRPr sz="5200">
                <a:solidFill>
                  <a:schemeClr val="dk1"/>
                </a:solidFill>
              </a:defRPr>
            </a:lvl7pPr>
            <a:lvl8pPr lvl="7" algn="ctr">
              <a:spcBef>
                <a:spcPts val="0"/>
              </a:spcBef>
              <a:spcAft>
                <a:spcPts val="0"/>
              </a:spcAft>
              <a:buClr>
                <a:schemeClr val="dk1"/>
              </a:buClr>
              <a:buSzPts val="5200"/>
              <a:buFont typeface="Arial"/>
              <a:buNone/>
              <a:defRPr sz="5200">
                <a:solidFill>
                  <a:schemeClr val="dk1"/>
                </a:solidFill>
              </a:defRPr>
            </a:lvl8pPr>
            <a:lvl9pPr lvl="8" algn="ctr">
              <a:spcBef>
                <a:spcPts val="0"/>
              </a:spcBef>
              <a:spcAft>
                <a:spcPts val="0"/>
              </a:spcAft>
              <a:buClr>
                <a:schemeClr val="dk1"/>
              </a:buClr>
              <a:buSzPts val="5200"/>
              <a:buFont typeface="Arial"/>
              <a:buNone/>
              <a:defRPr sz="5200">
                <a:solidFill>
                  <a:schemeClr val="dk1"/>
                </a:solidFill>
              </a:defRPr>
            </a:lvl9pPr>
          </a:lstStyle>
          <a:p>
            <a:endParaRPr/>
          </a:p>
        </p:txBody>
      </p:sp>
      <p:sp>
        <p:nvSpPr>
          <p:cNvPr id="11" name="Google Shape;11;p34"/>
          <p:cNvSpPr txBox="1">
            <a:spLocks noGrp="1"/>
          </p:cNvSpPr>
          <p:nvPr>
            <p:ph type="subTitle" idx="1"/>
          </p:nvPr>
        </p:nvSpPr>
        <p:spPr>
          <a:xfrm>
            <a:off x="311700" y="2834125"/>
            <a:ext cx="8520599" cy="792600"/>
          </a:xfrm>
          <a:prstGeom prst="rect">
            <a:avLst/>
          </a:prstGeom>
          <a:noFill/>
          <a:ln>
            <a:noFill/>
          </a:ln>
        </p:spPr>
        <p:txBody>
          <a:bodyPr spcFirstLastPara="1" wrap="square" lIns="91425" tIns="91425" rIns="91425" bIns="91425" anchor="t" anchorCtr="0"/>
          <a:lstStyle>
            <a:lvl1pPr marR="0" lvl="0" algn="ctr">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R="0" lvl="2" algn="ctr">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R="0" lvl="3" algn="ctr">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R="0" lvl="4" algn="ctr">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R="0" lvl="5" algn="ctr">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R="0" lvl="6" algn="ctr">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R="0" lvl="7" algn="ctr">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R="0" lvl="8" algn="ctr">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endParaRPr/>
          </a:p>
        </p:txBody>
      </p:sp>
      <p:sp>
        <p:nvSpPr>
          <p:cNvPr id="12" name="Google Shape;12;p34"/>
          <p:cNvSpPr txBox="1">
            <a:spLocks noGrp="1"/>
          </p:cNvSpPr>
          <p:nvPr>
            <p:ph type="sldNum" idx="12"/>
          </p:nvPr>
        </p:nvSpPr>
        <p:spPr>
          <a:xfrm>
            <a:off x="8472457" y="4663216"/>
            <a:ext cx="548699"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5"/>
          <p:cNvSpPr txBox="1">
            <a:spLocks noGrp="1"/>
          </p:cNvSpPr>
          <p:nvPr>
            <p:ph type="title"/>
          </p:nvPr>
        </p:nvSpPr>
        <p:spPr>
          <a:xfrm>
            <a:off x="311700" y="445025"/>
            <a:ext cx="8520599" cy="572699"/>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lvl="1">
              <a:spcBef>
                <a:spcPts val="0"/>
              </a:spcBef>
              <a:spcAft>
                <a:spcPts val="0"/>
              </a:spcAft>
              <a:buClr>
                <a:schemeClr val="dk1"/>
              </a:buClr>
              <a:buSzPts val="2800"/>
              <a:buFont typeface="Arial"/>
              <a:buNone/>
              <a:defRPr sz="2800">
                <a:solidFill>
                  <a:schemeClr val="dk1"/>
                </a:solidFill>
              </a:defRPr>
            </a:lvl2pPr>
            <a:lvl3pPr lvl="2">
              <a:spcBef>
                <a:spcPts val="0"/>
              </a:spcBef>
              <a:spcAft>
                <a:spcPts val="0"/>
              </a:spcAft>
              <a:buClr>
                <a:schemeClr val="dk1"/>
              </a:buClr>
              <a:buSzPts val="2800"/>
              <a:buFont typeface="Arial"/>
              <a:buNone/>
              <a:defRPr sz="2800">
                <a:solidFill>
                  <a:schemeClr val="dk1"/>
                </a:solidFill>
              </a:defRPr>
            </a:lvl3pPr>
            <a:lvl4pPr lvl="3">
              <a:spcBef>
                <a:spcPts val="0"/>
              </a:spcBef>
              <a:spcAft>
                <a:spcPts val="0"/>
              </a:spcAft>
              <a:buClr>
                <a:schemeClr val="dk1"/>
              </a:buClr>
              <a:buSzPts val="2800"/>
              <a:buFont typeface="Arial"/>
              <a:buNone/>
              <a:defRPr sz="2800">
                <a:solidFill>
                  <a:schemeClr val="dk1"/>
                </a:solidFill>
              </a:defRPr>
            </a:lvl4pPr>
            <a:lvl5pPr lvl="4">
              <a:spcBef>
                <a:spcPts val="0"/>
              </a:spcBef>
              <a:spcAft>
                <a:spcPts val="0"/>
              </a:spcAft>
              <a:buClr>
                <a:schemeClr val="dk1"/>
              </a:buClr>
              <a:buSzPts val="2800"/>
              <a:buFont typeface="Arial"/>
              <a:buNone/>
              <a:defRPr sz="2800">
                <a:solidFill>
                  <a:schemeClr val="dk1"/>
                </a:solidFill>
              </a:defRPr>
            </a:lvl5pPr>
            <a:lvl6pPr lvl="5">
              <a:spcBef>
                <a:spcPts val="0"/>
              </a:spcBef>
              <a:spcAft>
                <a:spcPts val="0"/>
              </a:spcAft>
              <a:buClr>
                <a:schemeClr val="dk1"/>
              </a:buClr>
              <a:buSzPts val="2800"/>
              <a:buFont typeface="Arial"/>
              <a:buNone/>
              <a:defRPr sz="2800">
                <a:solidFill>
                  <a:schemeClr val="dk1"/>
                </a:solidFill>
              </a:defRPr>
            </a:lvl6pPr>
            <a:lvl7pPr lvl="6">
              <a:spcBef>
                <a:spcPts val="0"/>
              </a:spcBef>
              <a:spcAft>
                <a:spcPts val="0"/>
              </a:spcAft>
              <a:buClr>
                <a:schemeClr val="dk1"/>
              </a:buClr>
              <a:buSzPts val="2800"/>
              <a:buFont typeface="Arial"/>
              <a:buNone/>
              <a:defRPr sz="2800">
                <a:solidFill>
                  <a:schemeClr val="dk1"/>
                </a:solidFill>
              </a:defRPr>
            </a:lvl7pPr>
            <a:lvl8pPr lvl="7">
              <a:spcBef>
                <a:spcPts val="0"/>
              </a:spcBef>
              <a:spcAft>
                <a:spcPts val="0"/>
              </a:spcAft>
              <a:buClr>
                <a:schemeClr val="dk1"/>
              </a:buClr>
              <a:buSzPts val="2800"/>
              <a:buFont typeface="Arial"/>
              <a:buNone/>
              <a:defRPr sz="2800">
                <a:solidFill>
                  <a:schemeClr val="dk1"/>
                </a:solidFill>
              </a:defRPr>
            </a:lvl8pPr>
            <a:lvl9pPr lvl="8">
              <a:spcBef>
                <a:spcPts val="0"/>
              </a:spcBef>
              <a:spcAft>
                <a:spcPts val="0"/>
              </a:spcAft>
              <a:buClr>
                <a:schemeClr val="dk1"/>
              </a:buClr>
              <a:buSzPts val="2800"/>
              <a:buFont typeface="Arial"/>
              <a:buNone/>
              <a:defRPr sz="2800">
                <a:solidFill>
                  <a:schemeClr val="dk1"/>
                </a:solidFill>
              </a:defRPr>
            </a:lvl9pPr>
          </a:lstStyle>
          <a:p>
            <a:endParaRPr/>
          </a:p>
        </p:txBody>
      </p:sp>
      <p:sp>
        <p:nvSpPr>
          <p:cNvPr id="15" name="Google Shape;15;p35"/>
          <p:cNvSpPr txBox="1">
            <a:spLocks noGrp="1"/>
          </p:cNvSpPr>
          <p:nvPr>
            <p:ph type="body" idx="1"/>
          </p:nvPr>
        </p:nvSpPr>
        <p:spPr>
          <a:xfrm>
            <a:off x="311700" y="1152475"/>
            <a:ext cx="8520599" cy="3416400"/>
          </a:xfrm>
          <a:prstGeom prst="rect">
            <a:avLst/>
          </a:prstGeom>
          <a:noFill/>
          <a:ln>
            <a:noFill/>
          </a:ln>
        </p:spPr>
        <p:txBody>
          <a:bodyPr spcFirstLastPara="1" wrap="square" lIns="91425" tIns="91425" rIns="91425" bIns="91425" anchor="t" anchorCtr="0"/>
          <a:lstStyle>
            <a:lvl1pPr marL="457200" marR="0" lvl="0" indent="-228600" algn="l">
              <a:lnSpc>
                <a:spcPct val="115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2pPr>
            <a:lvl3pPr marL="1371600" marR="0" lvl="2"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3pPr>
            <a:lvl4pPr marL="1828800" marR="0" lvl="3"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4pPr>
            <a:lvl5pPr marL="2286000" marR="0" lvl="4"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5pPr>
            <a:lvl6pPr marL="2743200" marR="0" lvl="5"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6pPr>
            <a:lvl7pPr marL="3200400" marR="0" lvl="6"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7pPr>
            <a:lvl8pPr marL="3657600" marR="0" lvl="7"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8pPr>
            <a:lvl9pPr marL="4114800" marR="0" lvl="8" indent="-228600" algn="l">
              <a:lnSpc>
                <a:spcPct val="115000"/>
              </a:lnSpc>
              <a:spcBef>
                <a:spcPts val="1600"/>
              </a:spcBef>
              <a:spcAft>
                <a:spcPts val="1600"/>
              </a:spcAft>
              <a:buClr>
                <a:schemeClr val="dk2"/>
              </a:buClr>
              <a:buSzPts val="1400"/>
              <a:buFont typeface="Arial"/>
              <a:buNone/>
              <a:defRPr sz="1400" b="0" i="0" u="none" strike="noStrike" cap="none">
                <a:solidFill>
                  <a:schemeClr val="dk2"/>
                </a:solidFill>
                <a:latin typeface="Arial"/>
                <a:ea typeface="Arial"/>
                <a:cs typeface="Arial"/>
                <a:sym typeface="Arial"/>
              </a:defRPr>
            </a:lvl9pPr>
          </a:lstStyle>
          <a:p>
            <a:endParaRPr/>
          </a:p>
        </p:txBody>
      </p:sp>
      <p:sp>
        <p:nvSpPr>
          <p:cNvPr id="16" name="Google Shape;16;p35"/>
          <p:cNvSpPr txBox="1">
            <a:spLocks noGrp="1"/>
          </p:cNvSpPr>
          <p:nvPr>
            <p:ph type="sldNum" idx="12"/>
          </p:nvPr>
        </p:nvSpPr>
        <p:spPr>
          <a:xfrm>
            <a:off x="8472457" y="4663216"/>
            <a:ext cx="548699"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
        <p:cNvGrpSpPr/>
        <p:nvPr/>
      </p:nvGrpSpPr>
      <p:grpSpPr>
        <a:xfrm>
          <a:off x="0" y="0"/>
          <a:ext cx="0" cy="0"/>
          <a:chOff x="0" y="0"/>
          <a:chExt cx="0" cy="0"/>
        </a:xfrm>
      </p:grpSpPr>
      <p:sp>
        <p:nvSpPr>
          <p:cNvPr id="18" name="Google Shape;18;p36"/>
          <p:cNvSpPr txBox="1">
            <a:spLocks noGrp="1"/>
          </p:cNvSpPr>
          <p:nvPr>
            <p:ph type="title"/>
          </p:nvPr>
        </p:nvSpPr>
        <p:spPr>
          <a:xfrm>
            <a:off x="311700" y="445025"/>
            <a:ext cx="8520599" cy="572699"/>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lvl="1">
              <a:spcBef>
                <a:spcPts val="0"/>
              </a:spcBef>
              <a:spcAft>
                <a:spcPts val="0"/>
              </a:spcAft>
              <a:buClr>
                <a:schemeClr val="dk1"/>
              </a:buClr>
              <a:buSzPts val="2800"/>
              <a:buFont typeface="Arial"/>
              <a:buNone/>
              <a:defRPr sz="2800">
                <a:solidFill>
                  <a:schemeClr val="dk1"/>
                </a:solidFill>
              </a:defRPr>
            </a:lvl2pPr>
            <a:lvl3pPr lvl="2">
              <a:spcBef>
                <a:spcPts val="0"/>
              </a:spcBef>
              <a:spcAft>
                <a:spcPts val="0"/>
              </a:spcAft>
              <a:buClr>
                <a:schemeClr val="dk1"/>
              </a:buClr>
              <a:buSzPts val="2800"/>
              <a:buFont typeface="Arial"/>
              <a:buNone/>
              <a:defRPr sz="2800">
                <a:solidFill>
                  <a:schemeClr val="dk1"/>
                </a:solidFill>
              </a:defRPr>
            </a:lvl3pPr>
            <a:lvl4pPr lvl="3">
              <a:spcBef>
                <a:spcPts val="0"/>
              </a:spcBef>
              <a:spcAft>
                <a:spcPts val="0"/>
              </a:spcAft>
              <a:buClr>
                <a:schemeClr val="dk1"/>
              </a:buClr>
              <a:buSzPts val="2800"/>
              <a:buFont typeface="Arial"/>
              <a:buNone/>
              <a:defRPr sz="2800">
                <a:solidFill>
                  <a:schemeClr val="dk1"/>
                </a:solidFill>
              </a:defRPr>
            </a:lvl4pPr>
            <a:lvl5pPr lvl="4">
              <a:spcBef>
                <a:spcPts val="0"/>
              </a:spcBef>
              <a:spcAft>
                <a:spcPts val="0"/>
              </a:spcAft>
              <a:buClr>
                <a:schemeClr val="dk1"/>
              </a:buClr>
              <a:buSzPts val="2800"/>
              <a:buFont typeface="Arial"/>
              <a:buNone/>
              <a:defRPr sz="2800">
                <a:solidFill>
                  <a:schemeClr val="dk1"/>
                </a:solidFill>
              </a:defRPr>
            </a:lvl5pPr>
            <a:lvl6pPr lvl="5">
              <a:spcBef>
                <a:spcPts val="0"/>
              </a:spcBef>
              <a:spcAft>
                <a:spcPts val="0"/>
              </a:spcAft>
              <a:buClr>
                <a:schemeClr val="dk1"/>
              </a:buClr>
              <a:buSzPts val="2800"/>
              <a:buFont typeface="Arial"/>
              <a:buNone/>
              <a:defRPr sz="2800">
                <a:solidFill>
                  <a:schemeClr val="dk1"/>
                </a:solidFill>
              </a:defRPr>
            </a:lvl6pPr>
            <a:lvl7pPr lvl="6">
              <a:spcBef>
                <a:spcPts val="0"/>
              </a:spcBef>
              <a:spcAft>
                <a:spcPts val="0"/>
              </a:spcAft>
              <a:buClr>
                <a:schemeClr val="dk1"/>
              </a:buClr>
              <a:buSzPts val="2800"/>
              <a:buFont typeface="Arial"/>
              <a:buNone/>
              <a:defRPr sz="2800">
                <a:solidFill>
                  <a:schemeClr val="dk1"/>
                </a:solidFill>
              </a:defRPr>
            </a:lvl7pPr>
            <a:lvl8pPr lvl="7">
              <a:spcBef>
                <a:spcPts val="0"/>
              </a:spcBef>
              <a:spcAft>
                <a:spcPts val="0"/>
              </a:spcAft>
              <a:buClr>
                <a:schemeClr val="dk1"/>
              </a:buClr>
              <a:buSzPts val="2800"/>
              <a:buFont typeface="Arial"/>
              <a:buNone/>
              <a:defRPr sz="2800">
                <a:solidFill>
                  <a:schemeClr val="dk1"/>
                </a:solidFill>
              </a:defRPr>
            </a:lvl8pPr>
            <a:lvl9pPr lvl="8">
              <a:spcBef>
                <a:spcPts val="0"/>
              </a:spcBef>
              <a:spcAft>
                <a:spcPts val="0"/>
              </a:spcAft>
              <a:buClr>
                <a:schemeClr val="dk1"/>
              </a:buClr>
              <a:buSzPts val="2800"/>
              <a:buFont typeface="Arial"/>
              <a:buNone/>
              <a:defRPr sz="2800">
                <a:solidFill>
                  <a:schemeClr val="dk1"/>
                </a:solidFill>
              </a:defRPr>
            </a:lvl9pPr>
          </a:lstStyle>
          <a:p>
            <a:endParaRPr/>
          </a:p>
        </p:txBody>
      </p:sp>
      <p:sp>
        <p:nvSpPr>
          <p:cNvPr id="19" name="Google Shape;19;p36"/>
          <p:cNvSpPr txBox="1">
            <a:spLocks noGrp="1"/>
          </p:cNvSpPr>
          <p:nvPr>
            <p:ph type="body" idx="1"/>
          </p:nvPr>
        </p:nvSpPr>
        <p:spPr>
          <a:xfrm>
            <a:off x="311700" y="1152475"/>
            <a:ext cx="3999897" cy="3416400"/>
          </a:xfrm>
          <a:prstGeom prst="rect">
            <a:avLst/>
          </a:prstGeom>
          <a:noFill/>
          <a:ln>
            <a:noFill/>
          </a:ln>
        </p:spPr>
        <p:txBody>
          <a:bodyPr spcFirstLastPara="1" wrap="square" lIns="91425" tIns="91425" rIns="91425" bIns="91425" anchor="t" anchorCtr="0"/>
          <a:lstStyle>
            <a:lvl1pPr marL="457200" marR="0" lvl="0" indent="-228600" algn="l">
              <a:lnSpc>
                <a:spcPct val="115000"/>
              </a:lnSpc>
              <a:spcBef>
                <a:spcPts val="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1pPr>
            <a:lvl2pPr marL="914400" marR="0" lvl="1"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2pPr>
            <a:lvl3pPr marL="1371600" marR="0" lvl="2"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3pPr>
            <a:lvl4pPr marL="1828800" marR="0" lvl="3"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4pPr>
            <a:lvl5pPr marL="2286000" marR="0" lvl="4"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5pPr>
            <a:lvl6pPr marL="2743200" marR="0" lvl="5"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6pPr>
            <a:lvl7pPr marL="3200400" marR="0" lvl="6"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7pPr>
            <a:lvl8pPr marL="3657600" marR="0" lvl="7"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8pPr>
            <a:lvl9pPr marL="4114800" marR="0" lvl="8" indent="-228600" algn="l">
              <a:lnSpc>
                <a:spcPct val="115000"/>
              </a:lnSpc>
              <a:spcBef>
                <a:spcPts val="1600"/>
              </a:spcBef>
              <a:spcAft>
                <a:spcPts val="1600"/>
              </a:spcAft>
              <a:buClr>
                <a:schemeClr val="dk2"/>
              </a:buClr>
              <a:buSzPts val="1200"/>
              <a:buFont typeface="Arial"/>
              <a:buNone/>
              <a:defRPr sz="1200" b="0" i="0" u="none" strike="noStrike" cap="none">
                <a:solidFill>
                  <a:schemeClr val="dk2"/>
                </a:solidFill>
                <a:latin typeface="Arial"/>
                <a:ea typeface="Arial"/>
                <a:cs typeface="Arial"/>
                <a:sym typeface="Arial"/>
              </a:defRPr>
            </a:lvl9pPr>
          </a:lstStyle>
          <a:p>
            <a:endParaRPr/>
          </a:p>
        </p:txBody>
      </p:sp>
      <p:sp>
        <p:nvSpPr>
          <p:cNvPr id="20" name="Google Shape;20;p36"/>
          <p:cNvSpPr txBox="1">
            <a:spLocks noGrp="1"/>
          </p:cNvSpPr>
          <p:nvPr>
            <p:ph type="body" idx="2"/>
          </p:nvPr>
        </p:nvSpPr>
        <p:spPr>
          <a:xfrm>
            <a:off x="4832400" y="1152475"/>
            <a:ext cx="3999897" cy="3416400"/>
          </a:xfrm>
          <a:prstGeom prst="rect">
            <a:avLst/>
          </a:prstGeom>
          <a:noFill/>
          <a:ln>
            <a:noFill/>
          </a:ln>
        </p:spPr>
        <p:txBody>
          <a:bodyPr spcFirstLastPara="1" wrap="square" lIns="91425" tIns="91425" rIns="91425" bIns="91425" anchor="t" anchorCtr="0"/>
          <a:lstStyle>
            <a:lvl1pPr marL="457200" marR="0" lvl="0" indent="-228600" algn="l">
              <a:lnSpc>
                <a:spcPct val="115000"/>
              </a:lnSpc>
              <a:spcBef>
                <a:spcPts val="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1pPr>
            <a:lvl2pPr marL="914400" marR="0" lvl="1"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2pPr>
            <a:lvl3pPr marL="1371600" marR="0" lvl="2"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3pPr>
            <a:lvl4pPr marL="1828800" marR="0" lvl="3"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4pPr>
            <a:lvl5pPr marL="2286000" marR="0" lvl="4"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5pPr>
            <a:lvl6pPr marL="2743200" marR="0" lvl="5"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6pPr>
            <a:lvl7pPr marL="3200400" marR="0" lvl="6"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7pPr>
            <a:lvl8pPr marL="3657600" marR="0" lvl="7"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8pPr>
            <a:lvl9pPr marL="4114800" marR="0" lvl="8" indent="-228600" algn="l">
              <a:lnSpc>
                <a:spcPct val="115000"/>
              </a:lnSpc>
              <a:spcBef>
                <a:spcPts val="1600"/>
              </a:spcBef>
              <a:spcAft>
                <a:spcPts val="1600"/>
              </a:spcAft>
              <a:buClr>
                <a:schemeClr val="dk2"/>
              </a:buClr>
              <a:buSzPts val="1200"/>
              <a:buFont typeface="Arial"/>
              <a:buNone/>
              <a:defRPr sz="1200" b="0" i="0" u="none" strike="noStrike" cap="none">
                <a:solidFill>
                  <a:schemeClr val="dk2"/>
                </a:solidFill>
                <a:latin typeface="Arial"/>
                <a:ea typeface="Arial"/>
                <a:cs typeface="Arial"/>
                <a:sym typeface="Arial"/>
              </a:defRPr>
            </a:lvl9pPr>
          </a:lstStyle>
          <a:p>
            <a:endParaRPr/>
          </a:p>
        </p:txBody>
      </p:sp>
      <p:sp>
        <p:nvSpPr>
          <p:cNvPr id="21" name="Google Shape;21;p36"/>
          <p:cNvSpPr txBox="1">
            <a:spLocks noGrp="1"/>
          </p:cNvSpPr>
          <p:nvPr>
            <p:ph type="sldNum" idx="12"/>
          </p:nvPr>
        </p:nvSpPr>
        <p:spPr>
          <a:xfrm>
            <a:off x="8472457" y="4663216"/>
            <a:ext cx="548699"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2"/>
        <p:cNvGrpSpPr/>
        <p:nvPr/>
      </p:nvGrpSpPr>
      <p:grpSpPr>
        <a:xfrm>
          <a:off x="0" y="0"/>
          <a:ext cx="0" cy="0"/>
          <a:chOff x="0" y="0"/>
          <a:chExt cx="0" cy="0"/>
        </a:xfrm>
      </p:grpSpPr>
      <p:sp>
        <p:nvSpPr>
          <p:cNvPr id="23" name="Google Shape;23;p3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lstStyle>
            <a:lvl1pPr marR="0" lvl="0" algn="l">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lvl="1">
              <a:spcBef>
                <a:spcPts val="0"/>
              </a:spcBef>
              <a:spcAft>
                <a:spcPts val="0"/>
              </a:spcAft>
              <a:buClr>
                <a:schemeClr val="dk1"/>
              </a:buClr>
              <a:buSzPts val="4800"/>
              <a:buFont typeface="Arial"/>
              <a:buNone/>
              <a:defRPr sz="4800">
                <a:solidFill>
                  <a:schemeClr val="dk1"/>
                </a:solidFill>
              </a:defRPr>
            </a:lvl2pPr>
            <a:lvl3pPr lvl="2">
              <a:spcBef>
                <a:spcPts val="0"/>
              </a:spcBef>
              <a:spcAft>
                <a:spcPts val="0"/>
              </a:spcAft>
              <a:buClr>
                <a:schemeClr val="dk1"/>
              </a:buClr>
              <a:buSzPts val="4800"/>
              <a:buFont typeface="Arial"/>
              <a:buNone/>
              <a:defRPr sz="4800">
                <a:solidFill>
                  <a:schemeClr val="dk1"/>
                </a:solidFill>
              </a:defRPr>
            </a:lvl3pPr>
            <a:lvl4pPr lvl="3">
              <a:spcBef>
                <a:spcPts val="0"/>
              </a:spcBef>
              <a:spcAft>
                <a:spcPts val="0"/>
              </a:spcAft>
              <a:buClr>
                <a:schemeClr val="dk1"/>
              </a:buClr>
              <a:buSzPts val="4800"/>
              <a:buFont typeface="Arial"/>
              <a:buNone/>
              <a:defRPr sz="4800">
                <a:solidFill>
                  <a:schemeClr val="dk1"/>
                </a:solidFill>
              </a:defRPr>
            </a:lvl4pPr>
            <a:lvl5pPr lvl="4">
              <a:spcBef>
                <a:spcPts val="0"/>
              </a:spcBef>
              <a:spcAft>
                <a:spcPts val="0"/>
              </a:spcAft>
              <a:buClr>
                <a:schemeClr val="dk1"/>
              </a:buClr>
              <a:buSzPts val="4800"/>
              <a:buFont typeface="Arial"/>
              <a:buNone/>
              <a:defRPr sz="4800">
                <a:solidFill>
                  <a:schemeClr val="dk1"/>
                </a:solidFill>
              </a:defRPr>
            </a:lvl5pPr>
            <a:lvl6pPr lvl="5">
              <a:spcBef>
                <a:spcPts val="0"/>
              </a:spcBef>
              <a:spcAft>
                <a:spcPts val="0"/>
              </a:spcAft>
              <a:buClr>
                <a:schemeClr val="dk1"/>
              </a:buClr>
              <a:buSzPts val="4800"/>
              <a:buFont typeface="Arial"/>
              <a:buNone/>
              <a:defRPr sz="4800">
                <a:solidFill>
                  <a:schemeClr val="dk1"/>
                </a:solidFill>
              </a:defRPr>
            </a:lvl6pPr>
            <a:lvl7pPr lvl="6">
              <a:spcBef>
                <a:spcPts val="0"/>
              </a:spcBef>
              <a:spcAft>
                <a:spcPts val="0"/>
              </a:spcAft>
              <a:buClr>
                <a:schemeClr val="dk1"/>
              </a:buClr>
              <a:buSzPts val="4800"/>
              <a:buFont typeface="Arial"/>
              <a:buNone/>
              <a:defRPr sz="4800">
                <a:solidFill>
                  <a:schemeClr val="dk1"/>
                </a:solidFill>
              </a:defRPr>
            </a:lvl7pPr>
            <a:lvl8pPr lvl="7">
              <a:spcBef>
                <a:spcPts val="0"/>
              </a:spcBef>
              <a:spcAft>
                <a:spcPts val="0"/>
              </a:spcAft>
              <a:buClr>
                <a:schemeClr val="dk1"/>
              </a:buClr>
              <a:buSzPts val="4800"/>
              <a:buFont typeface="Arial"/>
              <a:buNone/>
              <a:defRPr sz="4800">
                <a:solidFill>
                  <a:schemeClr val="dk1"/>
                </a:solidFill>
              </a:defRPr>
            </a:lvl8pPr>
            <a:lvl9pPr lvl="8">
              <a:spcBef>
                <a:spcPts val="0"/>
              </a:spcBef>
              <a:spcAft>
                <a:spcPts val="0"/>
              </a:spcAft>
              <a:buClr>
                <a:schemeClr val="dk1"/>
              </a:buClr>
              <a:buSzPts val="4800"/>
              <a:buFont typeface="Arial"/>
              <a:buNone/>
              <a:defRPr sz="4800">
                <a:solidFill>
                  <a:schemeClr val="dk1"/>
                </a:solidFill>
              </a:defRPr>
            </a:lvl9pPr>
          </a:lstStyle>
          <a:p>
            <a:endParaRPr/>
          </a:p>
        </p:txBody>
      </p:sp>
      <p:sp>
        <p:nvSpPr>
          <p:cNvPr id="24" name="Google Shape;24;p37"/>
          <p:cNvSpPr txBox="1">
            <a:spLocks noGrp="1"/>
          </p:cNvSpPr>
          <p:nvPr>
            <p:ph type="sldNum" idx="12"/>
          </p:nvPr>
        </p:nvSpPr>
        <p:spPr>
          <a:xfrm>
            <a:off x="8472457" y="4663216"/>
            <a:ext cx="548699"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type="secHead">
  <p:cSld name="SECTION_HEADER">
    <p:spTree>
      <p:nvGrpSpPr>
        <p:cNvPr id="1" name="Shape 25"/>
        <p:cNvGrpSpPr/>
        <p:nvPr/>
      </p:nvGrpSpPr>
      <p:grpSpPr>
        <a:xfrm>
          <a:off x="0" y="0"/>
          <a:ext cx="0" cy="0"/>
          <a:chOff x="0" y="0"/>
          <a:chExt cx="0" cy="0"/>
        </a:xfrm>
      </p:grpSpPr>
      <p:sp>
        <p:nvSpPr>
          <p:cNvPr id="26" name="Google Shape;26;p38"/>
          <p:cNvSpPr txBox="1">
            <a:spLocks noGrp="1"/>
          </p:cNvSpPr>
          <p:nvPr>
            <p:ph type="title"/>
          </p:nvPr>
        </p:nvSpPr>
        <p:spPr>
          <a:xfrm>
            <a:off x="311700" y="2150850"/>
            <a:ext cx="8520599" cy="841800"/>
          </a:xfrm>
          <a:prstGeom prst="rect">
            <a:avLst/>
          </a:prstGeom>
          <a:noFill/>
          <a:ln>
            <a:noFill/>
          </a:ln>
        </p:spPr>
        <p:txBody>
          <a:bodyPr spcFirstLastPara="1" wrap="square" lIns="91425" tIns="91425" rIns="91425" bIns="91425" anchor="ctr" anchorCtr="0"/>
          <a:lstStyle>
            <a:lvl1pPr marR="0" lvl="0" algn="ctr">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lvl="1" algn="ctr">
              <a:spcBef>
                <a:spcPts val="0"/>
              </a:spcBef>
              <a:spcAft>
                <a:spcPts val="0"/>
              </a:spcAft>
              <a:buClr>
                <a:schemeClr val="dk1"/>
              </a:buClr>
              <a:buSzPts val="3600"/>
              <a:buFont typeface="Arial"/>
              <a:buNone/>
              <a:defRPr sz="3600">
                <a:solidFill>
                  <a:schemeClr val="dk1"/>
                </a:solidFill>
              </a:defRPr>
            </a:lvl2pPr>
            <a:lvl3pPr lvl="2" algn="ctr">
              <a:spcBef>
                <a:spcPts val="0"/>
              </a:spcBef>
              <a:spcAft>
                <a:spcPts val="0"/>
              </a:spcAft>
              <a:buClr>
                <a:schemeClr val="dk1"/>
              </a:buClr>
              <a:buSzPts val="3600"/>
              <a:buFont typeface="Arial"/>
              <a:buNone/>
              <a:defRPr sz="3600">
                <a:solidFill>
                  <a:schemeClr val="dk1"/>
                </a:solidFill>
              </a:defRPr>
            </a:lvl3pPr>
            <a:lvl4pPr lvl="3" algn="ctr">
              <a:spcBef>
                <a:spcPts val="0"/>
              </a:spcBef>
              <a:spcAft>
                <a:spcPts val="0"/>
              </a:spcAft>
              <a:buClr>
                <a:schemeClr val="dk1"/>
              </a:buClr>
              <a:buSzPts val="3600"/>
              <a:buFont typeface="Arial"/>
              <a:buNone/>
              <a:defRPr sz="3600">
                <a:solidFill>
                  <a:schemeClr val="dk1"/>
                </a:solidFill>
              </a:defRPr>
            </a:lvl4pPr>
            <a:lvl5pPr lvl="4" algn="ctr">
              <a:spcBef>
                <a:spcPts val="0"/>
              </a:spcBef>
              <a:spcAft>
                <a:spcPts val="0"/>
              </a:spcAft>
              <a:buClr>
                <a:schemeClr val="dk1"/>
              </a:buClr>
              <a:buSzPts val="3600"/>
              <a:buFont typeface="Arial"/>
              <a:buNone/>
              <a:defRPr sz="3600">
                <a:solidFill>
                  <a:schemeClr val="dk1"/>
                </a:solidFill>
              </a:defRPr>
            </a:lvl5pPr>
            <a:lvl6pPr lvl="5" algn="ctr">
              <a:spcBef>
                <a:spcPts val="0"/>
              </a:spcBef>
              <a:spcAft>
                <a:spcPts val="0"/>
              </a:spcAft>
              <a:buClr>
                <a:schemeClr val="dk1"/>
              </a:buClr>
              <a:buSzPts val="3600"/>
              <a:buFont typeface="Arial"/>
              <a:buNone/>
              <a:defRPr sz="3600">
                <a:solidFill>
                  <a:schemeClr val="dk1"/>
                </a:solidFill>
              </a:defRPr>
            </a:lvl6pPr>
            <a:lvl7pPr lvl="6" algn="ctr">
              <a:spcBef>
                <a:spcPts val="0"/>
              </a:spcBef>
              <a:spcAft>
                <a:spcPts val="0"/>
              </a:spcAft>
              <a:buClr>
                <a:schemeClr val="dk1"/>
              </a:buClr>
              <a:buSzPts val="3600"/>
              <a:buFont typeface="Arial"/>
              <a:buNone/>
              <a:defRPr sz="3600">
                <a:solidFill>
                  <a:schemeClr val="dk1"/>
                </a:solidFill>
              </a:defRPr>
            </a:lvl7pPr>
            <a:lvl8pPr lvl="7" algn="ctr">
              <a:spcBef>
                <a:spcPts val="0"/>
              </a:spcBef>
              <a:spcAft>
                <a:spcPts val="0"/>
              </a:spcAft>
              <a:buClr>
                <a:schemeClr val="dk1"/>
              </a:buClr>
              <a:buSzPts val="3600"/>
              <a:buFont typeface="Arial"/>
              <a:buNone/>
              <a:defRPr sz="3600">
                <a:solidFill>
                  <a:schemeClr val="dk1"/>
                </a:solidFill>
              </a:defRPr>
            </a:lvl8pPr>
            <a:lvl9pPr lvl="8" algn="ctr">
              <a:spcBef>
                <a:spcPts val="0"/>
              </a:spcBef>
              <a:spcAft>
                <a:spcPts val="0"/>
              </a:spcAft>
              <a:buClr>
                <a:schemeClr val="dk1"/>
              </a:buClr>
              <a:buSzPts val="3600"/>
              <a:buFont typeface="Arial"/>
              <a:buNone/>
              <a:defRPr sz="3600">
                <a:solidFill>
                  <a:schemeClr val="dk1"/>
                </a:solidFill>
              </a:defRPr>
            </a:lvl9pPr>
          </a:lstStyle>
          <a:p>
            <a:endParaRPr/>
          </a:p>
        </p:txBody>
      </p:sp>
      <p:sp>
        <p:nvSpPr>
          <p:cNvPr id="27" name="Google Shape;27;p38"/>
          <p:cNvSpPr txBox="1">
            <a:spLocks noGrp="1"/>
          </p:cNvSpPr>
          <p:nvPr>
            <p:ph type="sldNum" idx="12"/>
          </p:nvPr>
        </p:nvSpPr>
        <p:spPr>
          <a:xfrm>
            <a:off x="8472457" y="4663216"/>
            <a:ext cx="548699"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39"/>
          <p:cNvSpPr txBox="1">
            <a:spLocks noGrp="1"/>
          </p:cNvSpPr>
          <p:nvPr>
            <p:ph type="title"/>
          </p:nvPr>
        </p:nvSpPr>
        <p:spPr>
          <a:xfrm>
            <a:off x="311700" y="445025"/>
            <a:ext cx="8520599" cy="572699"/>
          </a:xfrm>
          <a:prstGeom prst="rect">
            <a:avLst/>
          </a:prstGeom>
          <a:noFill/>
          <a:ln>
            <a:noFill/>
          </a:ln>
        </p:spPr>
        <p:txBody>
          <a:bodyPr spcFirstLastPara="1" wrap="square" lIns="91425" tIns="91425" rIns="91425" bIns="91425" anchor="t" anchorCtr="0"/>
          <a:lstStyle>
            <a:lvl1pPr marR="0" lvl="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lvl="1">
              <a:spcBef>
                <a:spcPts val="0"/>
              </a:spcBef>
              <a:spcAft>
                <a:spcPts val="0"/>
              </a:spcAft>
              <a:buClr>
                <a:schemeClr val="dk1"/>
              </a:buClr>
              <a:buSzPts val="2800"/>
              <a:buFont typeface="Arial"/>
              <a:buNone/>
              <a:defRPr sz="2800">
                <a:solidFill>
                  <a:schemeClr val="dk1"/>
                </a:solidFill>
              </a:defRPr>
            </a:lvl2pPr>
            <a:lvl3pPr lvl="2">
              <a:spcBef>
                <a:spcPts val="0"/>
              </a:spcBef>
              <a:spcAft>
                <a:spcPts val="0"/>
              </a:spcAft>
              <a:buClr>
                <a:schemeClr val="dk1"/>
              </a:buClr>
              <a:buSzPts val="2800"/>
              <a:buFont typeface="Arial"/>
              <a:buNone/>
              <a:defRPr sz="2800">
                <a:solidFill>
                  <a:schemeClr val="dk1"/>
                </a:solidFill>
              </a:defRPr>
            </a:lvl3pPr>
            <a:lvl4pPr lvl="3">
              <a:spcBef>
                <a:spcPts val="0"/>
              </a:spcBef>
              <a:spcAft>
                <a:spcPts val="0"/>
              </a:spcAft>
              <a:buClr>
                <a:schemeClr val="dk1"/>
              </a:buClr>
              <a:buSzPts val="2800"/>
              <a:buFont typeface="Arial"/>
              <a:buNone/>
              <a:defRPr sz="2800">
                <a:solidFill>
                  <a:schemeClr val="dk1"/>
                </a:solidFill>
              </a:defRPr>
            </a:lvl4pPr>
            <a:lvl5pPr lvl="4">
              <a:spcBef>
                <a:spcPts val="0"/>
              </a:spcBef>
              <a:spcAft>
                <a:spcPts val="0"/>
              </a:spcAft>
              <a:buClr>
                <a:schemeClr val="dk1"/>
              </a:buClr>
              <a:buSzPts val="2800"/>
              <a:buFont typeface="Arial"/>
              <a:buNone/>
              <a:defRPr sz="2800">
                <a:solidFill>
                  <a:schemeClr val="dk1"/>
                </a:solidFill>
              </a:defRPr>
            </a:lvl5pPr>
            <a:lvl6pPr lvl="5">
              <a:spcBef>
                <a:spcPts val="0"/>
              </a:spcBef>
              <a:spcAft>
                <a:spcPts val="0"/>
              </a:spcAft>
              <a:buClr>
                <a:schemeClr val="dk1"/>
              </a:buClr>
              <a:buSzPts val="2800"/>
              <a:buFont typeface="Arial"/>
              <a:buNone/>
              <a:defRPr sz="2800">
                <a:solidFill>
                  <a:schemeClr val="dk1"/>
                </a:solidFill>
              </a:defRPr>
            </a:lvl6pPr>
            <a:lvl7pPr lvl="6">
              <a:spcBef>
                <a:spcPts val="0"/>
              </a:spcBef>
              <a:spcAft>
                <a:spcPts val="0"/>
              </a:spcAft>
              <a:buClr>
                <a:schemeClr val="dk1"/>
              </a:buClr>
              <a:buSzPts val="2800"/>
              <a:buFont typeface="Arial"/>
              <a:buNone/>
              <a:defRPr sz="2800">
                <a:solidFill>
                  <a:schemeClr val="dk1"/>
                </a:solidFill>
              </a:defRPr>
            </a:lvl7pPr>
            <a:lvl8pPr lvl="7">
              <a:spcBef>
                <a:spcPts val="0"/>
              </a:spcBef>
              <a:spcAft>
                <a:spcPts val="0"/>
              </a:spcAft>
              <a:buClr>
                <a:schemeClr val="dk1"/>
              </a:buClr>
              <a:buSzPts val="2800"/>
              <a:buFont typeface="Arial"/>
              <a:buNone/>
              <a:defRPr sz="2800">
                <a:solidFill>
                  <a:schemeClr val="dk1"/>
                </a:solidFill>
              </a:defRPr>
            </a:lvl8pPr>
            <a:lvl9pPr lvl="8">
              <a:spcBef>
                <a:spcPts val="0"/>
              </a:spcBef>
              <a:spcAft>
                <a:spcPts val="0"/>
              </a:spcAft>
              <a:buClr>
                <a:schemeClr val="dk1"/>
              </a:buClr>
              <a:buSzPts val="2800"/>
              <a:buFont typeface="Arial"/>
              <a:buNone/>
              <a:defRPr sz="2800">
                <a:solidFill>
                  <a:schemeClr val="dk1"/>
                </a:solidFill>
              </a:defRPr>
            </a:lvl9pPr>
          </a:lstStyle>
          <a:p>
            <a:endParaRPr/>
          </a:p>
        </p:txBody>
      </p:sp>
      <p:sp>
        <p:nvSpPr>
          <p:cNvPr id="30" name="Google Shape;30;p39"/>
          <p:cNvSpPr txBox="1">
            <a:spLocks noGrp="1"/>
          </p:cNvSpPr>
          <p:nvPr>
            <p:ph type="sldNum" idx="12"/>
          </p:nvPr>
        </p:nvSpPr>
        <p:spPr>
          <a:xfrm>
            <a:off x="8472457" y="4663216"/>
            <a:ext cx="548699"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1"/>
        <p:cNvGrpSpPr/>
        <p:nvPr/>
      </p:nvGrpSpPr>
      <p:grpSpPr>
        <a:xfrm>
          <a:off x="0" y="0"/>
          <a:ext cx="0" cy="0"/>
          <a:chOff x="0" y="0"/>
          <a:chExt cx="0" cy="0"/>
        </a:xfrm>
      </p:grpSpPr>
      <p:sp>
        <p:nvSpPr>
          <p:cNvPr id="32" name="Google Shape;32;p40"/>
          <p:cNvSpPr txBox="1">
            <a:spLocks noGrp="1"/>
          </p:cNvSpPr>
          <p:nvPr>
            <p:ph type="title"/>
          </p:nvPr>
        </p:nvSpPr>
        <p:spPr>
          <a:xfrm>
            <a:off x="311700" y="555600"/>
            <a:ext cx="2807999" cy="755697"/>
          </a:xfrm>
          <a:prstGeom prst="rect">
            <a:avLst/>
          </a:prstGeom>
          <a:noFill/>
          <a:ln>
            <a:noFill/>
          </a:ln>
        </p:spPr>
        <p:txBody>
          <a:bodyPr spcFirstLastPara="1" wrap="square" lIns="91425" tIns="91425" rIns="91425" bIns="91425" anchor="b" anchorCtr="0"/>
          <a:lstStyle>
            <a:lvl1pPr marR="0" lvl="0" algn="l">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Clr>
                <a:schemeClr val="dk1"/>
              </a:buClr>
              <a:buSzPts val="2400"/>
              <a:buFont typeface="Arial"/>
              <a:buNone/>
              <a:defRPr sz="2400">
                <a:solidFill>
                  <a:schemeClr val="dk1"/>
                </a:solidFill>
              </a:defRPr>
            </a:lvl2pPr>
            <a:lvl3pPr lvl="2">
              <a:spcBef>
                <a:spcPts val="0"/>
              </a:spcBef>
              <a:spcAft>
                <a:spcPts val="0"/>
              </a:spcAft>
              <a:buClr>
                <a:schemeClr val="dk1"/>
              </a:buClr>
              <a:buSzPts val="2400"/>
              <a:buFont typeface="Arial"/>
              <a:buNone/>
              <a:defRPr sz="2400">
                <a:solidFill>
                  <a:schemeClr val="dk1"/>
                </a:solidFill>
              </a:defRPr>
            </a:lvl3pPr>
            <a:lvl4pPr lvl="3">
              <a:spcBef>
                <a:spcPts val="0"/>
              </a:spcBef>
              <a:spcAft>
                <a:spcPts val="0"/>
              </a:spcAft>
              <a:buClr>
                <a:schemeClr val="dk1"/>
              </a:buClr>
              <a:buSzPts val="2400"/>
              <a:buFont typeface="Arial"/>
              <a:buNone/>
              <a:defRPr sz="2400">
                <a:solidFill>
                  <a:schemeClr val="dk1"/>
                </a:solidFill>
              </a:defRPr>
            </a:lvl4pPr>
            <a:lvl5pPr lvl="4">
              <a:spcBef>
                <a:spcPts val="0"/>
              </a:spcBef>
              <a:spcAft>
                <a:spcPts val="0"/>
              </a:spcAft>
              <a:buClr>
                <a:schemeClr val="dk1"/>
              </a:buClr>
              <a:buSzPts val="2400"/>
              <a:buFont typeface="Arial"/>
              <a:buNone/>
              <a:defRPr sz="2400">
                <a:solidFill>
                  <a:schemeClr val="dk1"/>
                </a:solidFill>
              </a:defRPr>
            </a:lvl5pPr>
            <a:lvl6pPr lvl="5">
              <a:spcBef>
                <a:spcPts val="0"/>
              </a:spcBef>
              <a:spcAft>
                <a:spcPts val="0"/>
              </a:spcAft>
              <a:buClr>
                <a:schemeClr val="dk1"/>
              </a:buClr>
              <a:buSzPts val="2400"/>
              <a:buFont typeface="Arial"/>
              <a:buNone/>
              <a:defRPr sz="2400">
                <a:solidFill>
                  <a:schemeClr val="dk1"/>
                </a:solidFill>
              </a:defRPr>
            </a:lvl6pPr>
            <a:lvl7pPr lvl="6">
              <a:spcBef>
                <a:spcPts val="0"/>
              </a:spcBef>
              <a:spcAft>
                <a:spcPts val="0"/>
              </a:spcAft>
              <a:buClr>
                <a:schemeClr val="dk1"/>
              </a:buClr>
              <a:buSzPts val="2400"/>
              <a:buFont typeface="Arial"/>
              <a:buNone/>
              <a:defRPr sz="2400">
                <a:solidFill>
                  <a:schemeClr val="dk1"/>
                </a:solidFill>
              </a:defRPr>
            </a:lvl7pPr>
            <a:lvl8pPr lvl="7">
              <a:spcBef>
                <a:spcPts val="0"/>
              </a:spcBef>
              <a:spcAft>
                <a:spcPts val="0"/>
              </a:spcAft>
              <a:buClr>
                <a:schemeClr val="dk1"/>
              </a:buClr>
              <a:buSzPts val="2400"/>
              <a:buFont typeface="Arial"/>
              <a:buNone/>
              <a:defRPr sz="2400">
                <a:solidFill>
                  <a:schemeClr val="dk1"/>
                </a:solidFill>
              </a:defRPr>
            </a:lvl8pPr>
            <a:lvl9pPr lvl="8">
              <a:spcBef>
                <a:spcPts val="0"/>
              </a:spcBef>
              <a:spcAft>
                <a:spcPts val="0"/>
              </a:spcAft>
              <a:buClr>
                <a:schemeClr val="dk1"/>
              </a:buClr>
              <a:buSzPts val="2400"/>
              <a:buFont typeface="Arial"/>
              <a:buNone/>
              <a:defRPr sz="2400">
                <a:solidFill>
                  <a:schemeClr val="dk1"/>
                </a:solidFill>
              </a:defRPr>
            </a:lvl9pPr>
          </a:lstStyle>
          <a:p>
            <a:endParaRPr/>
          </a:p>
        </p:txBody>
      </p:sp>
      <p:sp>
        <p:nvSpPr>
          <p:cNvPr id="33" name="Google Shape;33;p40"/>
          <p:cNvSpPr txBox="1">
            <a:spLocks noGrp="1"/>
          </p:cNvSpPr>
          <p:nvPr>
            <p:ph type="body" idx="1"/>
          </p:nvPr>
        </p:nvSpPr>
        <p:spPr>
          <a:xfrm>
            <a:off x="311700" y="1389600"/>
            <a:ext cx="2807999" cy="3179400"/>
          </a:xfrm>
          <a:prstGeom prst="rect">
            <a:avLst/>
          </a:prstGeom>
          <a:noFill/>
          <a:ln>
            <a:noFill/>
          </a:ln>
        </p:spPr>
        <p:txBody>
          <a:bodyPr spcFirstLastPara="1" wrap="square" lIns="91425" tIns="91425" rIns="91425" bIns="91425" anchor="t" anchorCtr="0"/>
          <a:lstStyle>
            <a:lvl1pPr marL="457200" marR="0" lvl="0" indent="-228600" algn="l">
              <a:lnSpc>
                <a:spcPct val="115000"/>
              </a:lnSpc>
              <a:spcBef>
                <a:spcPts val="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1pPr>
            <a:lvl2pPr marL="914400" marR="0" lvl="1"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2pPr>
            <a:lvl3pPr marL="1371600" marR="0" lvl="2"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3pPr>
            <a:lvl4pPr marL="1828800" marR="0" lvl="3"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4pPr>
            <a:lvl5pPr marL="2286000" marR="0" lvl="4"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5pPr>
            <a:lvl6pPr marL="2743200" marR="0" lvl="5"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6pPr>
            <a:lvl7pPr marL="3200400" marR="0" lvl="6"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7pPr>
            <a:lvl8pPr marL="3657600" marR="0" lvl="7" indent="-228600" algn="l">
              <a:lnSpc>
                <a:spcPct val="115000"/>
              </a:lnSpc>
              <a:spcBef>
                <a:spcPts val="16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8pPr>
            <a:lvl9pPr marL="4114800" marR="0" lvl="8" indent="-228600" algn="l">
              <a:lnSpc>
                <a:spcPct val="115000"/>
              </a:lnSpc>
              <a:spcBef>
                <a:spcPts val="1600"/>
              </a:spcBef>
              <a:spcAft>
                <a:spcPts val="1600"/>
              </a:spcAft>
              <a:buClr>
                <a:schemeClr val="dk2"/>
              </a:buClr>
              <a:buSzPts val="1200"/>
              <a:buFont typeface="Arial"/>
              <a:buNone/>
              <a:defRPr sz="1200" b="0" i="0" u="none" strike="noStrike" cap="none">
                <a:solidFill>
                  <a:schemeClr val="dk2"/>
                </a:solidFill>
                <a:latin typeface="Arial"/>
                <a:ea typeface="Arial"/>
                <a:cs typeface="Arial"/>
                <a:sym typeface="Arial"/>
              </a:defRPr>
            </a:lvl9pPr>
          </a:lstStyle>
          <a:p>
            <a:endParaRPr/>
          </a:p>
        </p:txBody>
      </p:sp>
      <p:sp>
        <p:nvSpPr>
          <p:cNvPr id="34" name="Google Shape;34;p40"/>
          <p:cNvSpPr txBox="1">
            <a:spLocks noGrp="1"/>
          </p:cNvSpPr>
          <p:nvPr>
            <p:ph type="sldNum" idx="12"/>
          </p:nvPr>
        </p:nvSpPr>
        <p:spPr>
          <a:xfrm>
            <a:off x="8472457" y="4663216"/>
            <a:ext cx="548699"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41"/>
          <p:cNvSpPr/>
          <p:nvPr/>
        </p:nvSpPr>
        <p:spPr>
          <a:xfrm>
            <a:off x="4572000" y="-125"/>
            <a:ext cx="4572000" cy="5143499"/>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1"/>
          <p:cNvSpPr txBox="1">
            <a:spLocks noGrp="1"/>
          </p:cNvSpPr>
          <p:nvPr>
            <p:ph type="title"/>
          </p:nvPr>
        </p:nvSpPr>
        <p:spPr>
          <a:xfrm>
            <a:off x="265500" y="1233175"/>
            <a:ext cx="4045197" cy="1482300"/>
          </a:xfrm>
          <a:prstGeom prst="rect">
            <a:avLst/>
          </a:prstGeom>
          <a:noFill/>
          <a:ln>
            <a:noFill/>
          </a:ln>
        </p:spPr>
        <p:txBody>
          <a:bodyPr spcFirstLastPara="1" wrap="square" lIns="91425" tIns="91425" rIns="91425" bIns="91425" anchor="b" anchorCtr="0"/>
          <a:lstStyle>
            <a:lvl1pPr marR="0" lvl="0" algn="ctr">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1pPr>
            <a:lvl2pPr lvl="1" algn="ctr">
              <a:spcBef>
                <a:spcPts val="0"/>
              </a:spcBef>
              <a:spcAft>
                <a:spcPts val="0"/>
              </a:spcAft>
              <a:buClr>
                <a:schemeClr val="dk1"/>
              </a:buClr>
              <a:buSzPts val="4200"/>
              <a:buFont typeface="Arial"/>
              <a:buNone/>
              <a:defRPr sz="4200">
                <a:solidFill>
                  <a:schemeClr val="dk1"/>
                </a:solidFill>
              </a:defRPr>
            </a:lvl2pPr>
            <a:lvl3pPr lvl="2" algn="ctr">
              <a:spcBef>
                <a:spcPts val="0"/>
              </a:spcBef>
              <a:spcAft>
                <a:spcPts val="0"/>
              </a:spcAft>
              <a:buClr>
                <a:schemeClr val="dk1"/>
              </a:buClr>
              <a:buSzPts val="4200"/>
              <a:buFont typeface="Arial"/>
              <a:buNone/>
              <a:defRPr sz="4200">
                <a:solidFill>
                  <a:schemeClr val="dk1"/>
                </a:solidFill>
              </a:defRPr>
            </a:lvl3pPr>
            <a:lvl4pPr lvl="3" algn="ctr">
              <a:spcBef>
                <a:spcPts val="0"/>
              </a:spcBef>
              <a:spcAft>
                <a:spcPts val="0"/>
              </a:spcAft>
              <a:buClr>
                <a:schemeClr val="dk1"/>
              </a:buClr>
              <a:buSzPts val="4200"/>
              <a:buFont typeface="Arial"/>
              <a:buNone/>
              <a:defRPr sz="4200">
                <a:solidFill>
                  <a:schemeClr val="dk1"/>
                </a:solidFill>
              </a:defRPr>
            </a:lvl4pPr>
            <a:lvl5pPr lvl="4" algn="ctr">
              <a:spcBef>
                <a:spcPts val="0"/>
              </a:spcBef>
              <a:spcAft>
                <a:spcPts val="0"/>
              </a:spcAft>
              <a:buClr>
                <a:schemeClr val="dk1"/>
              </a:buClr>
              <a:buSzPts val="4200"/>
              <a:buFont typeface="Arial"/>
              <a:buNone/>
              <a:defRPr sz="4200">
                <a:solidFill>
                  <a:schemeClr val="dk1"/>
                </a:solidFill>
              </a:defRPr>
            </a:lvl5pPr>
            <a:lvl6pPr lvl="5" algn="ctr">
              <a:spcBef>
                <a:spcPts val="0"/>
              </a:spcBef>
              <a:spcAft>
                <a:spcPts val="0"/>
              </a:spcAft>
              <a:buClr>
                <a:schemeClr val="dk1"/>
              </a:buClr>
              <a:buSzPts val="4200"/>
              <a:buFont typeface="Arial"/>
              <a:buNone/>
              <a:defRPr sz="4200">
                <a:solidFill>
                  <a:schemeClr val="dk1"/>
                </a:solidFill>
              </a:defRPr>
            </a:lvl6pPr>
            <a:lvl7pPr lvl="6" algn="ctr">
              <a:spcBef>
                <a:spcPts val="0"/>
              </a:spcBef>
              <a:spcAft>
                <a:spcPts val="0"/>
              </a:spcAft>
              <a:buClr>
                <a:schemeClr val="dk1"/>
              </a:buClr>
              <a:buSzPts val="4200"/>
              <a:buFont typeface="Arial"/>
              <a:buNone/>
              <a:defRPr sz="4200">
                <a:solidFill>
                  <a:schemeClr val="dk1"/>
                </a:solidFill>
              </a:defRPr>
            </a:lvl7pPr>
            <a:lvl8pPr lvl="7" algn="ctr">
              <a:spcBef>
                <a:spcPts val="0"/>
              </a:spcBef>
              <a:spcAft>
                <a:spcPts val="0"/>
              </a:spcAft>
              <a:buClr>
                <a:schemeClr val="dk1"/>
              </a:buClr>
              <a:buSzPts val="4200"/>
              <a:buFont typeface="Arial"/>
              <a:buNone/>
              <a:defRPr sz="4200">
                <a:solidFill>
                  <a:schemeClr val="dk1"/>
                </a:solidFill>
              </a:defRPr>
            </a:lvl8pPr>
            <a:lvl9pPr lvl="8" algn="ctr">
              <a:spcBef>
                <a:spcPts val="0"/>
              </a:spcBef>
              <a:spcAft>
                <a:spcPts val="0"/>
              </a:spcAft>
              <a:buClr>
                <a:schemeClr val="dk1"/>
              </a:buClr>
              <a:buSzPts val="4200"/>
              <a:buFont typeface="Arial"/>
              <a:buNone/>
              <a:defRPr sz="4200">
                <a:solidFill>
                  <a:schemeClr val="dk1"/>
                </a:solidFill>
              </a:defRPr>
            </a:lvl9pPr>
          </a:lstStyle>
          <a:p>
            <a:endParaRPr/>
          </a:p>
        </p:txBody>
      </p:sp>
      <p:sp>
        <p:nvSpPr>
          <p:cNvPr id="38" name="Google Shape;38;p41"/>
          <p:cNvSpPr txBox="1">
            <a:spLocks noGrp="1"/>
          </p:cNvSpPr>
          <p:nvPr>
            <p:ph type="subTitle" idx="1"/>
          </p:nvPr>
        </p:nvSpPr>
        <p:spPr>
          <a:xfrm>
            <a:off x="265500" y="2803075"/>
            <a:ext cx="4045197" cy="1235100"/>
          </a:xfrm>
          <a:prstGeom prst="rect">
            <a:avLst/>
          </a:prstGeom>
          <a:noFill/>
          <a:ln>
            <a:noFill/>
          </a:ln>
        </p:spPr>
        <p:txBody>
          <a:bodyPr spcFirstLastPara="1" wrap="square" lIns="91425" tIns="91425" rIns="91425" bIns="91425" anchor="t" anchorCtr="0"/>
          <a:lstStyle>
            <a:lvl1pPr marR="0" lvl="0" algn="ctr">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2pPr>
            <a:lvl3pPr marR="0" lvl="2" algn="ctr">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3pPr>
            <a:lvl4pPr marR="0" lvl="3" algn="ctr">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4pPr>
            <a:lvl5pPr marR="0" lvl="4" algn="ctr">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5pPr>
            <a:lvl6pPr marR="0" lvl="5" algn="ctr">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6pPr>
            <a:lvl7pPr marR="0" lvl="6" algn="ctr">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7pPr>
            <a:lvl8pPr marR="0" lvl="7" algn="ctr">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8pPr>
            <a:lvl9pPr marR="0" lvl="8" algn="ctr">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9pPr>
          </a:lstStyle>
          <a:p>
            <a:endParaRPr/>
          </a:p>
        </p:txBody>
      </p:sp>
      <p:sp>
        <p:nvSpPr>
          <p:cNvPr id="39" name="Google Shape;39;p41"/>
          <p:cNvSpPr txBox="1">
            <a:spLocks noGrp="1"/>
          </p:cNvSpPr>
          <p:nvPr>
            <p:ph type="body" idx="2"/>
          </p:nvPr>
        </p:nvSpPr>
        <p:spPr>
          <a:xfrm>
            <a:off x="4939500" y="724075"/>
            <a:ext cx="3837000" cy="3695099"/>
          </a:xfrm>
          <a:prstGeom prst="rect">
            <a:avLst/>
          </a:prstGeom>
          <a:noFill/>
          <a:ln>
            <a:noFill/>
          </a:ln>
        </p:spPr>
        <p:txBody>
          <a:bodyPr spcFirstLastPara="1" wrap="square" lIns="91425" tIns="91425" rIns="91425" bIns="91425" anchor="ctr" anchorCtr="0"/>
          <a:lstStyle>
            <a:lvl1pPr marL="457200" marR="0" lvl="0" indent="-228600" algn="l">
              <a:lnSpc>
                <a:spcPct val="115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2pPr>
            <a:lvl3pPr marL="1371600" marR="0" lvl="2"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3pPr>
            <a:lvl4pPr marL="1828800" marR="0" lvl="3"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4pPr>
            <a:lvl5pPr marL="2286000" marR="0" lvl="4"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5pPr>
            <a:lvl6pPr marL="2743200" marR="0" lvl="5"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6pPr>
            <a:lvl7pPr marL="3200400" marR="0" lvl="6"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7pPr>
            <a:lvl8pPr marL="3657600" marR="0" lvl="7"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8pPr>
            <a:lvl9pPr marL="4114800" marR="0" lvl="8" indent="-228600" algn="l">
              <a:lnSpc>
                <a:spcPct val="115000"/>
              </a:lnSpc>
              <a:spcBef>
                <a:spcPts val="1600"/>
              </a:spcBef>
              <a:spcAft>
                <a:spcPts val="1600"/>
              </a:spcAft>
              <a:buClr>
                <a:schemeClr val="dk2"/>
              </a:buClr>
              <a:buSzPts val="1400"/>
              <a:buFont typeface="Arial"/>
              <a:buNone/>
              <a:defRPr sz="1400" b="0" i="0" u="none" strike="noStrike" cap="none">
                <a:solidFill>
                  <a:schemeClr val="dk2"/>
                </a:solidFill>
                <a:latin typeface="Arial"/>
                <a:ea typeface="Arial"/>
                <a:cs typeface="Arial"/>
                <a:sym typeface="Arial"/>
              </a:defRPr>
            </a:lvl9pPr>
          </a:lstStyle>
          <a:p>
            <a:endParaRPr/>
          </a:p>
        </p:txBody>
      </p:sp>
      <p:sp>
        <p:nvSpPr>
          <p:cNvPr id="40" name="Google Shape;40;p41"/>
          <p:cNvSpPr txBox="1">
            <a:spLocks noGrp="1"/>
          </p:cNvSpPr>
          <p:nvPr>
            <p:ph type="sldNum" idx="12"/>
          </p:nvPr>
        </p:nvSpPr>
        <p:spPr>
          <a:xfrm>
            <a:off x="8472457" y="4663216"/>
            <a:ext cx="548699"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4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lstStyle>
            <a:lvl1pPr marL="457200" marR="0" lvl="0" indent="-228600" algn="l">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228600" algn="l">
              <a:lnSpc>
                <a:spcPct val="115000"/>
              </a:lnSpc>
              <a:spcBef>
                <a:spcPts val="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2pPr>
            <a:lvl3pPr marL="1371600" marR="0" lvl="2"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3pPr>
            <a:lvl4pPr marL="1828800" marR="0" lvl="3"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4pPr>
            <a:lvl5pPr marL="2286000" marR="0" lvl="4"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5pPr>
            <a:lvl6pPr marL="2743200" marR="0" lvl="5"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6pPr>
            <a:lvl7pPr marL="3200400" marR="0" lvl="6"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7pPr>
            <a:lvl8pPr marL="3657600" marR="0" lvl="7" indent="-228600" algn="l">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8pPr>
            <a:lvl9pPr marL="4114800" marR="0" lvl="8" indent="-228600" algn="l">
              <a:lnSpc>
                <a:spcPct val="115000"/>
              </a:lnSpc>
              <a:spcBef>
                <a:spcPts val="1600"/>
              </a:spcBef>
              <a:spcAft>
                <a:spcPts val="1600"/>
              </a:spcAft>
              <a:buClr>
                <a:schemeClr val="dk2"/>
              </a:buClr>
              <a:buSzPts val="1400"/>
              <a:buFont typeface="Arial"/>
              <a:buNone/>
              <a:defRPr sz="1400" b="0" i="0" u="none" strike="noStrike" cap="none">
                <a:solidFill>
                  <a:schemeClr val="dk2"/>
                </a:solidFill>
                <a:latin typeface="Arial"/>
                <a:ea typeface="Arial"/>
                <a:cs typeface="Arial"/>
                <a:sym typeface="Arial"/>
              </a:defRPr>
            </a:lvl9pPr>
          </a:lstStyle>
          <a:p>
            <a:endParaRPr/>
          </a:p>
        </p:txBody>
      </p:sp>
      <p:sp>
        <p:nvSpPr>
          <p:cNvPr id="43" name="Google Shape;43;p42"/>
          <p:cNvSpPr txBox="1">
            <a:spLocks noGrp="1"/>
          </p:cNvSpPr>
          <p:nvPr>
            <p:ph type="sldNum" idx="12"/>
          </p:nvPr>
        </p:nvSpPr>
        <p:spPr>
          <a:xfrm>
            <a:off x="8472457" y="4663216"/>
            <a:ext cx="548699"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43"/>
          <p:cNvSpPr txBox="1">
            <a:spLocks noGrp="1"/>
          </p:cNvSpPr>
          <p:nvPr>
            <p:ph type="title"/>
          </p:nvPr>
        </p:nvSpPr>
        <p:spPr>
          <a:xfrm>
            <a:off x="311700" y="1106125"/>
            <a:ext cx="8520599" cy="1963500"/>
          </a:xfrm>
          <a:prstGeom prst="rect">
            <a:avLst/>
          </a:prstGeom>
          <a:noFill/>
          <a:ln>
            <a:noFill/>
          </a:ln>
        </p:spPr>
        <p:txBody>
          <a:bodyPr spcFirstLastPara="1" wrap="square" lIns="91425" tIns="91425" rIns="91425" bIns="91425" anchor="b" anchorCtr="0"/>
          <a:lstStyle>
            <a:lvl1pPr marR="0" lvl="0" algn="ctr">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1pPr>
            <a:lvl2pPr lvl="1" algn="ctr">
              <a:spcBef>
                <a:spcPts val="0"/>
              </a:spcBef>
              <a:spcAft>
                <a:spcPts val="0"/>
              </a:spcAft>
              <a:buClr>
                <a:schemeClr val="dk1"/>
              </a:buClr>
              <a:buSzPts val="12000"/>
              <a:buFont typeface="Arial"/>
              <a:buNone/>
              <a:defRPr sz="12000">
                <a:solidFill>
                  <a:schemeClr val="dk1"/>
                </a:solidFill>
              </a:defRPr>
            </a:lvl2pPr>
            <a:lvl3pPr lvl="2" algn="ctr">
              <a:spcBef>
                <a:spcPts val="0"/>
              </a:spcBef>
              <a:spcAft>
                <a:spcPts val="0"/>
              </a:spcAft>
              <a:buClr>
                <a:schemeClr val="dk1"/>
              </a:buClr>
              <a:buSzPts val="12000"/>
              <a:buFont typeface="Arial"/>
              <a:buNone/>
              <a:defRPr sz="12000">
                <a:solidFill>
                  <a:schemeClr val="dk1"/>
                </a:solidFill>
              </a:defRPr>
            </a:lvl3pPr>
            <a:lvl4pPr lvl="3" algn="ctr">
              <a:spcBef>
                <a:spcPts val="0"/>
              </a:spcBef>
              <a:spcAft>
                <a:spcPts val="0"/>
              </a:spcAft>
              <a:buClr>
                <a:schemeClr val="dk1"/>
              </a:buClr>
              <a:buSzPts val="12000"/>
              <a:buFont typeface="Arial"/>
              <a:buNone/>
              <a:defRPr sz="12000">
                <a:solidFill>
                  <a:schemeClr val="dk1"/>
                </a:solidFill>
              </a:defRPr>
            </a:lvl4pPr>
            <a:lvl5pPr lvl="4" algn="ctr">
              <a:spcBef>
                <a:spcPts val="0"/>
              </a:spcBef>
              <a:spcAft>
                <a:spcPts val="0"/>
              </a:spcAft>
              <a:buClr>
                <a:schemeClr val="dk1"/>
              </a:buClr>
              <a:buSzPts val="12000"/>
              <a:buFont typeface="Arial"/>
              <a:buNone/>
              <a:defRPr sz="12000">
                <a:solidFill>
                  <a:schemeClr val="dk1"/>
                </a:solidFill>
              </a:defRPr>
            </a:lvl5pPr>
            <a:lvl6pPr lvl="5" algn="ctr">
              <a:spcBef>
                <a:spcPts val="0"/>
              </a:spcBef>
              <a:spcAft>
                <a:spcPts val="0"/>
              </a:spcAft>
              <a:buClr>
                <a:schemeClr val="dk1"/>
              </a:buClr>
              <a:buSzPts val="12000"/>
              <a:buFont typeface="Arial"/>
              <a:buNone/>
              <a:defRPr sz="12000">
                <a:solidFill>
                  <a:schemeClr val="dk1"/>
                </a:solidFill>
              </a:defRPr>
            </a:lvl6pPr>
            <a:lvl7pPr lvl="6" algn="ctr">
              <a:spcBef>
                <a:spcPts val="0"/>
              </a:spcBef>
              <a:spcAft>
                <a:spcPts val="0"/>
              </a:spcAft>
              <a:buClr>
                <a:schemeClr val="dk1"/>
              </a:buClr>
              <a:buSzPts val="12000"/>
              <a:buFont typeface="Arial"/>
              <a:buNone/>
              <a:defRPr sz="12000">
                <a:solidFill>
                  <a:schemeClr val="dk1"/>
                </a:solidFill>
              </a:defRPr>
            </a:lvl7pPr>
            <a:lvl8pPr lvl="7" algn="ctr">
              <a:spcBef>
                <a:spcPts val="0"/>
              </a:spcBef>
              <a:spcAft>
                <a:spcPts val="0"/>
              </a:spcAft>
              <a:buClr>
                <a:schemeClr val="dk1"/>
              </a:buClr>
              <a:buSzPts val="12000"/>
              <a:buFont typeface="Arial"/>
              <a:buNone/>
              <a:defRPr sz="12000">
                <a:solidFill>
                  <a:schemeClr val="dk1"/>
                </a:solidFill>
              </a:defRPr>
            </a:lvl8pPr>
            <a:lvl9pPr lvl="8" algn="ctr">
              <a:spcBef>
                <a:spcPts val="0"/>
              </a:spcBef>
              <a:spcAft>
                <a:spcPts val="0"/>
              </a:spcAft>
              <a:buClr>
                <a:schemeClr val="dk1"/>
              </a:buClr>
              <a:buSzPts val="12000"/>
              <a:buFont typeface="Arial"/>
              <a:buNone/>
              <a:defRPr sz="12000">
                <a:solidFill>
                  <a:schemeClr val="dk1"/>
                </a:solidFill>
              </a:defRPr>
            </a:lvl9pPr>
          </a:lstStyle>
          <a:p>
            <a:endParaRPr/>
          </a:p>
        </p:txBody>
      </p:sp>
      <p:sp>
        <p:nvSpPr>
          <p:cNvPr id="46" name="Google Shape;46;p43"/>
          <p:cNvSpPr txBox="1">
            <a:spLocks noGrp="1"/>
          </p:cNvSpPr>
          <p:nvPr>
            <p:ph type="body" idx="1"/>
          </p:nvPr>
        </p:nvSpPr>
        <p:spPr>
          <a:xfrm>
            <a:off x="311700" y="3152225"/>
            <a:ext cx="8520599" cy="1300800"/>
          </a:xfrm>
          <a:prstGeom prst="rect">
            <a:avLst/>
          </a:prstGeom>
          <a:noFill/>
          <a:ln>
            <a:noFill/>
          </a:ln>
        </p:spPr>
        <p:txBody>
          <a:bodyPr spcFirstLastPara="1" wrap="square" lIns="91425" tIns="91425" rIns="91425" bIns="91425" anchor="t" anchorCtr="0"/>
          <a:lstStyle>
            <a:lvl1pPr marL="457200" marR="0" lvl="0" indent="-228600" algn="ctr">
              <a:lnSpc>
                <a:spcPct val="115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228600" algn="ctr">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2pPr>
            <a:lvl3pPr marL="1371600" marR="0" lvl="2" indent="-228600" algn="ctr">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3pPr>
            <a:lvl4pPr marL="1828800" marR="0" lvl="3" indent="-228600" algn="ctr">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4pPr>
            <a:lvl5pPr marL="2286000" marR="0" lvl="4" indent="-228600" algn="ctr">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5pPr>
            <a:lvl6pPr marL="2743200" marR="0" lvl="5" indent="-228600" algn="ctr">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6pPr>
            <a:lvl7pPr marL="3200400" marR="0" lvl="6" indent="-228600" algn="ctr">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7pPr>
            <a:lvl8pPr marL="3657600" marR="0" lvl="7" indent="-228600" algn="ctr">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8pPr>
            <a:lvl9pPr marL="4114800" marR="0" lvl="8" indent="-228600" algn="ctr">
              <a:lnSpc>
                <a:spcPct val="115000"/>
              </a:lnSpc>
              <a:spcBef>
                <a:spcPts val="1600"/>
              </a:spcBef>
              <a:spcAft>
                <a:spcPts val="1600"/>
              </a:spcAft>
              <a:buClr>
                <a:schemeClr val="dk2"/>
              </a:buClr>
              <a:buSzPts val="1400"/>
              <a:buFont typeface="Arial"/>
              <a:buNone/>
              <a:defRPr sz="1400" b="0" i="0" u="none" strike="noStrike" cap="none">
                <a:solidFill>
                  <a:schemeClr val="dk2"/>
                </a:solidFill>
                <a:latin typeface="Arial"/>
                <a:ea typeface="Arial"/>
                <a:cs typeface="Arial"/>
                <a:sym typeface="Arial"/>
              </a:defRPr>
            </a:lvl9pPr>
          </a:lstStyle>
          <a:p>
            <a:endParaRPr/>
          </a:p>
        </p:txBody>
      </p:sp>
      <p:sp>
        <p:nvSpPr>
          <p:cNvPr id="47" name="Google Shape;47;p43"/>
          <p:cNvSpPr txBox="1">
            <a:spLocks noGrp="1"/>
          </p:cNvSpPr>
          <p:nvPr>
            <p:ph type="sldNum" idx="12"/>
          </p:nvPr>
        </p:nvSpPr>
        <p:spPr>
          <a:xfrm>
            <a:off x="8472457" y="4663216"/>
            <a:ext cx="548699"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44"/>
          <p:cNvSpPr txBox="1">
            <a:spLocks noGrp="1"/>
          </p:cNvSpPr>
          <p:nvPr>
            <p:ph type="sldNum" idx="12"/>
          </p:nvPr>
        </p:nvSpPr>
        <p:spPr>
          <a:xfrm>
            <a:off x="8472457" y="4663216"/>
            <a:ext cx="548699"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35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3"/>
          <p:cNvSpPr txBox="1">
            <a:spLocks noGrp="1"/>
          </p:cNvSpPr>
          <p:nvPr>
            <p:ph type="title"/>
          </p:nvPr>
        </p:nvSpPr>
        <p:spPr>
          <a:xfrm>
            <a:off x="311700" y="445025"/>
            <a:ext cx="8520599" cy="572699"/>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lvl="1">
              <a:spcBef>
                <a:spcPts val="0"/>
              </a:spcBef>
              <a:spcAft>
                <a:spcPts val="0"/>
              </a:spcAft>
              <a:buClr>
                <a:schemeClr val="dk1"/>
              </a:buClr>
              <a:buSzPts val="2800"/>
              <a:buFont typeface="Arial"/>
              <a:buNone/>
              <a:defRPr sz="2800">
                <a:solidFill>
                  <a:schemeClr val="dk1"/>
                </a:solidFill>
              </a:defRPr>
            </a:lvl2pPr>
            <a:lvl3pPr lvl="2">
              <a:spcBef>
                <a:spcPts val="0"/>
              </a:spcBef>
              <a:spcAft>
                <a:spcPts val="0"/>
              </a:spcAft>
              <a:buClr>
                <a:schemeClr val="dk1"/>
              </a:buClr>
              <a:buSzPts val="2800"/>
              <a:buFont typeface="Arial"/>
              <a:buNone/>
              <a:defRPr sz="2800">
                <a:solidFill>
                  <a:schemeClr val="dk1"/>
                </a:solidFill>
              </a:defRPr>
            </a:lvl3pPr>
            <a:lvl4pPr lvl="3">
              <a:spcBef>
                <a:spcPts val="0"/>
              </a:spcBef>
              <a:spcAft>
                <a:spcPts val="0"/>
              </a:spcAft>
              <a:buClr>
                <a:schemeClr val="dk1"/>
              </a:buClr>
              <a:buSzPts val="2800"/>
              <a:buFont typeface="Arial"/>
              <a:buNone/>
              <a:defRPr sz="2800">
                <a:solidFill>
                  <a:schemeClr val="dk1"/>
                </a:solidFill>
              </a:defRPr>
            </a:lvl4pPr>
            <a:lvl5pPr lvl="4">
              <a:spcBef>
                <a:spcPts val="0"/>
              </a:spcBef>
              <a:spcAft>
                <a:spcPts val="0"/>
              </a:spcAft>
              <a:buClr>
                <a:schemeClr val="dk1"/>
              </a:buClr>
              <a:buSzPts val="2800"/>
              <a:buFont typeface="Arial"/>
              <a:buNone/>
              <a:defRPr sz="2800">
                <a:solidFill>
                  <a:schemeClr val="dk1"/>
                </a:solidFill>
              </a:defRPr>
            </a:lvl5pPr>
            <a:lvl6pPr lvl="5">
              <a:spcBef>
                <a:spcPts val="0"/>
              </a:spcBef>
              <a:spcAft>
                <a:spcPts val="0"/>
              </a:spcAft>
              <a:buClr>
                <a:schemeClr val="dk1"/>
              </a:buClr>
              <a:buSzPts val="2800"/>
              <a:buFont typeface="Arial"/>
              <a:buNone/>
              <a:defRPr sz="2800">
                <a:solidFill>
                  <a:schemeClr val="dk1"/>
                </a:solidFill>
              </a:defRPr>
            </a:lvl6pPr>
            <a:lvl7pPr lvl="6">
              <a:spcBef>
                <a:spcPts val="0"/>
              </a:spcBef>
              <a:spcAft>
                <a:spcPts val="0"/>
              </a:spcAft>
              <a:buClr>
                <a:schemeClr val="dk1"/>
              </a:buClr>
              <a:buSzPts val="2800"/>
              <a:buFont typeface="Arial"/>
              <a:buNone/>
              <a:defRPr sz="2800">
                <a:solidFill>
                  <a:schemeClr val="dk1"/>
                </a:solidFill>
              </a:defRPr>
            </a:lvl7pPr>
            <a:lvl8pPr lvl="7">
              <a:spcBef>
                <a:spcPts val="0"/>
              </a:spcBef>
              <a:spcAft>
                <a:spcPts val="0"/>
              </a:spcAft>
              <a:buClr>
                <a:schemeClr val="dk1"/>
              </a:buClr>
              <a:buSzPts val="2800"/>
              <a:buFont typeface="Arial"/>
              <a:buNone/>
              <a:defRPr sz="2800">
                <a:solidFill>
                  <a:schemeClr val="dk1"/>
                </a:solidFill>
              </a:defRPr>
            </a:lvl8pPr>
            <a:lvl9pPr lvl="8">
              <a:spcBef>
                <a:spcPts val="0"/>
              </a:spcBef>
              <a:spcAft>
                <a:spcPts val="0"/>
              </a:spcAft>
              <a:buClr>
                <a:schemeClr val="dk1"/>
              </a:buClr>
              <a:buSzPts val="2800"/>
              <a:buFont typeface="Arial"/>
              <a:buNone/>
              <a:defRPr sz="2800">
                <a:solidFill>
                  <a:schemeClr val="dk1"/>
                </a:solidFill>
              </a:defRPr>
            </a:lvl9pPr>
          </a:lstStyle>
          <a:p>
            <a:endParaRPr/>
          </a:p>
        </p:txBody>
      </p:sp>
      <p:sp>
        <p:nvSpPr>
          <p:cNvPr id="7" name="Google Shape;7;p33"/>
          <p:cNvSpPr txBox="1">
            <a:spLocks noGrp="1"/>
          </p:cNvSpPr>
          <p:nvPr>
            <p:ph type="body" idx="1"/>
          </p:nvPr>
        </p:nvSpPr>
        <p:spPr>
          <a:xfrm>
            <a:off x="311700" y="1152475"/>
            <a:ext cx="8520599" cy="3416400"/>
          </a:xfrm>
          <a:prstGeom prst="rect">
            <a:avLst/>
          </a:prstGeom>
          <a:noFill/>
          <a:ln>
            <a:noFill/>
          </a:ln>
        </p:spPr>
        <p:txBody>
          <a:bodyPr spcFirstLastPara="1" wrap="square" lIns="91425" tIns="91425" rIns="91425" bIns="91425" anchor="t" anchorCtr="0"/>
          <a:lstStyle>
            <a:lvl1pPr marL="457200" marR="0" lvl="0" indent="-228600" algn="l" rtl="0">
              <a:lnSpc>
                <a:spcPct val="115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228600" algn="l" rtl="0">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2pPr>
            <a:lvl3pPr marL="1371600" marR="0" lvl="2" indent="-228600" algn="l" rtl="0">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3pPr>
            <a:lvl4pPr marL="1828800" marR="0" lvl="3" indent="-228600" algn="l" rtl="0">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4pPr>
            <a:lvl5pPr marL="2286000" marR="0" lvl="4" indent="-228600" algn="l" rtl="0">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5pPr>
            <a:lvl6pPr marL="2743200" marR="0" lvl="5" indent="-228600" algn="l" rtl="0">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6pPr>
            <a:lvl7pPr marL="3200400" marR="0" lvl="6" indent="-228600" algn="l" rtl="0">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7pPr>
            <a:lvl8pPr marL="3657600" marR="0" lvl="7" indent="-228600" algn="l" rtl="0">
              <a:lnSpc>
                <a:spcPct val="115000"/>
              </a:lnSpc>
              <a:spcBef>
                <a:spcPts val="16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8pPr>
            <a:lvl9pPr marL="4114800" marR="0" lvl="8" indent="-228600" algn="l" rtl="0">
              <a:lnSpc>
                <a:spcPct val="115000"/>
              </a:lnSpc>
              <a:spcBef>
                <a:spcPts val="1600"/>
              </a:spcBef>
              <a:spcAft>
                <a:spcPts val="1600"/>
              </a:spcAft>
              <a:buClr>
                <a:schemeClr val="dk2"/>
              </a:buClr>
              <a:buSzPts val="1400"/>
              <a:buFont typeface="Arial"/>
              <a:buNone/>
              <a:defRPr sz="1400" b="0" i="0" u="none" strike="noStrike" cap="none">
                <a:solidFill>
                  <a:schemeClr val="dk2"/>
                </a:solidFill>
                <a:latin typeface="Arial"/>
                <a:ea typeface="Arial"/>
                <a:cs typeface="Arial"/>
                <a:sym typeface="Arial"/>
              </a:defRPr>
            </a:lvl9pPr>
          </a:lstStyle>
          <a:p>
            <a:endParaRPr/>
          </a:p>
        </p:txBody>
      </p:sp>
      <p:sp>
        <p:nvSpPr>
          <p:cNvPr id="8" name="Google Shape;8;p33"/>
          <p:cNvSpPr txBox="1">
            <a:spLocks noGrp="1"/>
          </p:cNvSpPr>
          <p:nvPr>
            <p:ph type="sldNum" idx="12"/>
          </p:nvPr>
        </p:nvSpPr>
        <p:spPr>
          <a:xfrm>
            <a:off x="8472457" y="4663216"/>
            <a:ext cx="548699"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chemeClr val="dk2"/>
              </a:buClr>
              <a:buSzPts val="25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chemeClr val="dk2"/>
              </a:buClr>
              <a:buSzPts val="25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chemeClr val="dk2"/>
              </a:buClr>
              <a:buSzPts val="25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chemeClr val="dk2"/>
              </a:buClr>
              <a:buSzPts val="25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chemeClr val="dk2"/>
              </a:buClr>
              <a:buSzPts val="25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chemeClr val="dk2"/>
              </a:buClr>
              <a:buSzPts val="25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chemeClr val="dk2"/>
              </a:buClr>
              <a:buSzPts val="25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chemeClr val="dk2"/>
              </a:buClr>
              <a:buSzPts val="25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chemeClr val="dk2"/>
              </a:buClr>
              <a:buSzPts val="25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m.wikipedia.org/wiki/Help:IPA/English"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en.m.wikipedia.org/wiki/XML" TargetMode="External"/><Relationship Id="rId4" Type="http://schemas.openxmlformats.org/officeDocument/2006/relationships/hyperlink" Target="https://en.m.wikipedia.org/wiki/JavaScript"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en.m.wikipedia.org/wiki/Web_developmen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en.m.wikipedia.org/wiki/Web_application" TargetMode="External"/><Relationship Id="rId5" Type="http://schemas.openxmlformats.org/officeDocument/2006/relationships/hyperlink" Target="https://en.m.wikipedia.org/wiki/Asynchronous_I/O" TargetMode="External"/><Relationship Id="rId4" Type="http://schemas.openxmlformats.org/officeDocument/2006/relationships/hyperlink" Target="https://en.m.wikipedia.org/wiki/Client_side"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en.m.wikipedia.org/wiki/Web_server"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w3schools.com/jquery/jquery_get_started.asp"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www.w3schools.com/jquery/jquery_get_started.asp"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en.wikipedia.org/wiki/Array_data_type" TargetMode="External"/><Relationship Id="rId13" Type="http://schemas.openxmlformats.org/officeDocument/2006/relationships/hyperlink" Target="https://en.wikipedia.org/wiki/JSON#cite_note-2" TargetMode="External"/><Relationship Id="rId18" Type="http://schemas.openxmlformats.org/officeDocument/2006/relationships/hyperlink" Target="https://en.wikipedia.org/wiki/Media_type" TargetMode="External"/><Relationship Id="rId3" Type="http://schemas.openxmlformats.org/officeDocument/2006/relationships/hyperlink" Target="https://en.wikipedia.org/wiki/Help:IPA/English" TargetMode="External"/><Relationship Id="rId7" Type="http://schemas.openxmlformats.org/officeDocument/2006/relationships/hyperlink" Target="https://en.wikipedia.org/wiki/Attribute%E2%80%93value_pair" TargetMode="External"/><Relationship Id="rId12" Type="http://schemas.openxmlformats.org/officeDocument/2006/relationships/hyperlink" Target="https://en.wikipedia.org/wiki/Ajax_(programming)" TargetMode="External"/><Relationship Id="rId17" Type="http://schemas.openxmlformats.org/officeDocument/2006/relationships/hyperlink" Target="https://en.wikipedia.org/wiki/Parsing" TargetMode="External"/><Relationship Id="rId2" Type="http://schemas.openxmlformats.org/officeDocument/2006/relationships/notesSlide" Target="../notesSlides/notesSlide11.xml"/><Relationship Id="rId16" Type="http://schemas.openxmlformats.org/officeDocument/2006/relationships/hyperlink" Target="https://en.wikipedia.org/wiki/Programming_language" TargetMode="External"/><Relationship Id="rId1" Type="http://schemas.openxmlformats.org/officeDocument/2006/relationships/slideLayout" Target="../slideLayouts/slideLayout4.xml"/><Relationship Id="rId6" Type="http://schemas.openxmlformats.org/officeDocument/2006/relationships/hyperlink" Target="https://en.wikipedia.org/wiki/Human-readable_medium" TargetMode="External"/><Relationship Id="rId11" Type="http://schemas.openxmlformats.org/officeDocument/2006/relationships/hyperlink" Target="https://en.wikipedia.org/wiki/Asynchronous_I/O" TargetMode="External"/><Relationship Id="rId5" Type="http://schemas.openxmlformats.org/officeDocument/2006/relationships/hyperlink" Target="https://en.wikipedia.org/wiki/File_format" TargetMode="External"/><Relationship Id="rId15" Type="http://schemas.openxmlformats.org/officeDocument/2006/relationships/hyperlink" Target="https://en.wikipedia.org/wiki/JavaScript" TargetMode="External"/><Relationship Id="rId10" Type="http://schemas.openxmlformats.org/officeDocument/2006/relationships/hyperlink" Target="https://en.wikipedia.org/wiki/Data" TargetMode="External"/><Relationship Id="rId4" Type="http://schemas.openxmlformats.org/officeDocument/2006/relationships/hyperlink" Target="https://en.wikipedia.org/wiki/Open_standard" TargetMode="External"/><Relationship Id="rId9" Type="http://schemas.openxmlformats.org/officeDocument/2006/relationships/hyperlink" Target="https://en.wikipedia.org/wiki/Serialization" TargetMode="External"/><Relationship Id="rId14" Type="http://schemas.openxmlformats.org/officeDocument/2006/relationships/hyperlink" Target="https://en.wikipedia.org/wiki/Language-independent_specification"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www.w3schools.com/jquery/jquery_get_started.asp"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www.w3schools.com/jquery/jquery_get_started.asp"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www.w3schools.com/jquery/jquery_get_started.asp"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php.net/manual/en/function.json-encode.php"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www.php.net/manual/en/function.json-decode.php"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api.jquery.com/jquery.ajax/"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hyperlink" Target="http://www.w3schools.com/jquery/jquery_get_started.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p:nvPr/>
        </p:nvSpPr>
        <p:spPr>
          <a:xfrm>
            <a:off x="-24225" y="2850900"/>
            <a:ext cx="9168299" cy="2292599"/>
          </a:xfrm>
          <a:prstGeom prst="rect">
            <a:avLst/>
          </a:prstGeom>
          <a:solidFill>
            <a:srgbClr val="8BC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
          <p:cNvSpPr txBox="1">
            <a:spLocks noGrp="1"/>
          </p:cNvSpPr>
          <p:nvPr>
            <p:ph type="ctrTitle"/>
          </p:nvPr>
        </p:nvSpPr>
        <p:spPr>
          <a:xfrm>
            <a:off x="311708" y="744575"/>
            <a:ext cx="8520599" cy="2052599"/>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chemeClr val="dk1"/>
              </a:buClr>
              <a:buSzPts val="900"/>
              <a:buFont typeface="Syncopate"/>
              <a:buNone/>
            </a:pPr>
            <a:r>
              <a:rPr lang="en" sz="2400" b="1" i="0" u="none" strike="noStrike" cap="none">
                <a:solidFill>
                  <a:srgbClr val="8BC34A"/>
                </a:solidFill>
                <a:latin typeface="Syncopate"/>
                <a:ea typeface="Syncopate"/>
                <a:cs typeface="Syncopate"/>
                <a:sym typeface="Syncopate"/>
              </a:rPr>
              <a:t>web разработка</a:t>
            </a:r>
            <a:endParaRPr sz="2400"/>
          </a:p>
        </p:txBody>
      </p:sp>
      <p:sp>
        <p:nvSpPr>
          <p:cNvPr id="56" name="Google Shape;56;p1"/>
          <p:cNvSpPr txBox="1">
            <a:spLocks noGrp="1"/>
          </p:cNvSpPr>
          <p:nvPr>
            <p:ph type="subTitle" idx="1"/>
          </p:nvPr>
        </p:nvSpPr>
        <p:spPr>
          <a:xfrm>
            <a:off x="311700" y="2834125"/>
            <a:ext cx="8520599" cy="792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2"/>
              </a:buClr>
              <a:buSzPts val="750"/>
              <a:buFont typeface="Arial"/>
              <a:buNone/>
            </a:pPr>
            <a:r>
              <a:rPr lang="en" sz="3600" b="1">
                <a:solidFill>
                  <a:srgbClr val="FFFFFF"/>
                </a:solidFill>
              </a:rPr>
              <a:t>AJAX</a:t>
            </a:r>
            <a:endParaRPr sz="3600"/>
          </a:p>
        </p:txBody>
      </p:sp>
      <p:pic>
        <p:nvPicPr>
          <p:cNvPr id="57" name="Google Shape;57;p1"/>
          <p:cNvPicPr preferRelativeResize="0"/>
          <p:nvPr/>
        </p:nvPicPr>
        <p:blipFill rotWithShape="1">
          <a:blip r:embed="rId3">
            <a:alphaModFix/>
          </a:blip>
          <a:srcRect/>
          <a:stretch/>
        </p:blipFill>
        <p:spPr>
          <a:xfrm>
            <a:off x="3081359" y="497375"/>
            <a:ext cx="2981276" cy="1249624"/>
          </a:xfrm>
          <a:prstGeom prst="rect">
            <a:avLst/>
          </a:prstGeom>
          <a:noFill/>
          <a:ln>
            <a:noFill/>
          </a:ln>
        </p:spPr>
      </p:pic>
      <p:sp>
        <p:nvSpPr>
          <p:cNvPr id="58" name="Google Shape;58;p1"/>
          <p:cNvSpPr txBox="1"/>
          <p:nvPr/>
        </p:nvSpPr>
        <p:spPr>
          <a:xfrm>
            <a:off x="-60750" y="4860300"/>
            <a:ext cx="9265500" cy="283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CCCCCC"/>
              </a:buClr>
              <a:buSzPts val="350"/>
              <a:buFont typeface="Arial"/>
              <a:buNone/>
            </a:pPr>
            <a:r>
              <a:rPr lang="en" sz="1400" b="1" i="0" u="none" strike="noStrike" cap="none">
                <a:solidFill>
                  <a:srgbClr val="CCCCCC"/>
                </a:solidFill>
                <a:latin typeface="Arial"/>
                <a:ea typeface="Arial"/>
                <a:cs typeface="Arial"/>
                <a:sym typeface="Arial"/>
              </a:rPr>
              <a:t>МИЛЕНА ТОМОВА - НПО ВРАЦА СОФТУЕР ОБЩЕСТВО - КУРС WEB РАЗРАБОТКА- 11.201</a:t>
            </a:r>
            <a:r>
              <a:rPr lang="en" b="1">
                <a:solidFill>
                  <a:srgbClr val="CCCCCC"/>
                </a:solidFill>
              </a:rPr>
              <a:t>8</a:t>
            </a:r>
            <a:r>
              <a:rPr lang="en" sz="1400" b="1" i="0" u="none" strike="noStrike" cap="none">
                <a:solidFill>
                  <a:srgbClr val="CCCCCC"/>
                </a:solidFill>
                <a:latin typeface="Arial"/>
                <a:ea typeface="Arial"/>
                <a:cs typeface="Arial"/>
                <a:sym typeface="Arial"/>
              </a:rPr>
              <a:t> - ВЕРСИЯ </a:t>
            </a:r>
            <a:r>
              <a:rPr lang="en" b="1">
                <a:solidFill>
                  <a:srgbClr val="CCCCCC"/>
                </a:solidFill>
              </a:rPr>
              <a:t>6</a:t>
            </a:r>
            <a:endParaRPr sz="1400" b="1" i="0" u="none" strike="noStrike" cap="none">
              <a:solidFill>
                <a:srgbClr val="CCCCCC"/>
              </a:solidFill>
              <a:latin typeface="Arial"/>
              <a:ea typeface="Arial"/>
              <a:cs typeface="Arial"/>
              <a:sym typeface="Arial"/>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2"/>
          <p:cNvSpPr/>
          <p:nvPr/>
        </p:nvSpPr>
        <p:spPr>
          <a:xfrm>
            <a:off x="0" y="0"/>
            <a:ext cx="9144000" cy="764398"/>
          </a:xfrm>
          <a:prstGeom prst="rect">
            <a:avLst/>
          </a:prstGeom>
          <a:solidFill>
            <a:srgbClr val="8BC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2"/>
          <p:cNvSpPr txBox="1">
            <a:spLocks noGrp="1"/>
          </p:cNvSpPr>
          <p:nvPr>
            <p:ph type="body" idx="1"/>
          </p:nvPr>
        </p:nvSpPr>
        <p:spPr>
          <a:xfrm>
            <a:off x="311700" y="1125675"/>
            <a:ext cx="8520599" cy="34164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rgbClr val="434343"/>
              </a:buClr>
              <a:buSzPts val="1400"/>
              <a:buChar char="●"/>
            </a:pPr>
            <a:r>
              <a:rPr lang="en" sz="1400">
                <a:solidFill>
                  <a:srgbClr val="434343"/>
                </a:solidFill>
              </a:rPr>
              <a:t>AJAX?</a:t>
            </a:r>
            <a:endParaRPr sz="1400">
              <a:solidFill>
                <a:srgbClr val="434343"/>
              </a:solidFill>
            </a:endParaRPr>
          </a:p>
          <a:p>
            <a:pPr marL="457200" marR="0" lvl="0" indent="-317500" algn="l" rtl="0">
              <a:lnSpc>
                <a:spcPct val="115000"/>
              </a:lnSpc>
              <a:spcBef>
                <a:spcPts val="0"/>
              </a:spcBef>
              <a:spcAft>
                <a:spcPts val="0"/>
              </a:spcAft>
              <a:buClr>
                <a:srgbClr val="434343"/>
              </a:buClr>
              <a:buSzPts val="1400"/>
              <a:buChar char="●"/>
            </a:pPr>
            <a:r>
              <a:rPr lang="en" sz="1400">
                <a:solidFill>
                  <a:srgbClr val="434343"/>
                </a:solidFill>
              </a:rPr>
              <a:t>AJAX &amp; jQuery</a:t>
            </a:r>
            <a:endParaRPr sz="1400">
              <a:solidFill>
                <a:srgbClr val="434343"/>
              </a:solidFill>
            </a:endParaRPr>
          </a:p>
          <a:p>
            <a:pPr marL="914400" lvl="1" indent="-317500" algn="l" rtl="0">
              <a:spcBef>
                <a:spcPts val="0"/>
              </a:spcBef>
              <a:spcAft>
                <a:spcPts val="0"/>
              </a:spcAft>
              <a:buClr>
                <a:srgbClr val="434343"/>
              </a:buClr>
              <a:buSzPts val="1400"/>
              <a:buChar char="○"/>
            </a:pPr>
            <a:r>
              <a:rPr lang="en" sz="1400">
                <a:solidFill>
                  <a:srgbClr val="434343"/>
                </a:solidFill>
              </a:rPr>
              <a:t>Loading Simple Data</a:t>
            </a:r>
            <a:endParaRPr sz="1400">
              <a:solidFill>
                <a:srgbClr val="434343"/>
              </a:solidFill>
            </a:endParaRPr>
          </a:p>
          <a:p>
            <a:pPr marL="914400" lvl="1" indent="-317500" algn="l" rtl="0">
              <a:spcBef>
                <a:spcPts val="0"/>
              </a:spcBef>
              <a:spcAft>
                <a:spcPts val="0"/>
              </a:spcAft>
              <a:buClr>
                <a:srgbClr val="434343"/>
              </a:buClr>
              <a:buSzPts val="1400"/>
              <a:buChar char="○"/>
            </a:pPr>
            <a:r>
              <a:rPr lang="en" sz="1400">
                <a:solidFill>
                  <a:srgbClr val="434343"/>
                </a:solidFill>
              </a:rPr>
              <a:t>Getting JSON Data</a:t>
            </a:r>
            <a:endParaRPr sz="1400">
              <a:solidFill>
                <a:srgbClr val="434343"/>
              </a:solidFill>
            </a:endParaRPr>
          </a:p>
          <a:p>
            <a:pPr marL="1371600" lvl="2" indent="-317500" algn="l" rtl="0">
              <a:spcBef>
                <a:spcPts val="0"/>
              </a:spcBef>
              <a:spcAft>
                <a:spcPts val="0"/>
              </a:spcAft>
              <a:buClr>
                <a:srgbClr val="434343"/>
              </a:buClr>
              <a:buSzPts val="1400"/>
              <a:buChar char="■"/>
            </a:pPr>
            <a:r>
              <a:rPr lang="en" sz="1400">
                <a:solidFill>
                  <a:srgbClr val="434343"/>
                </a:solidFill>
              </a:rPr>
              <a:t>JSON</a:t>
            </a:r>
            <a:endParaRPr sz="1400">
              <a:solidFill>
                <a:srgbClr val="434343"/>
              </a:solidFill>
            </a:endParaRPr>
          </a:p>
          <a:p>
            <a:pPr marL="914400" lvl="1" indent="-317500" algn="l" rtl="0">
              <a:spcBef>
                <a:spcPts val="0"/>
              </a:spcBef>
              <a:spcAft>
                <a:spcPts val="0"/>
              </a:spcAft>
              <a:buClr>
                <a:srgbClr val="434343"/>
              </a:buClr>
              <a:buSzPts val="1400"/>
              <a:buChar char="○"/>
            </a:pPr>
            <a:r>
              <a:rPr lang="en" sz="1400">
                <a:solidFill>
                  <a:srgbClr val="434343"/>
                </a:solidFill>
              </a:rPr>
              <a:t>Passing Data to the Server</a:t>
            </a:r>
            <a:endParaRPr sz="1400">
              <a:solidFill>
                <a:srgbClr val="434343"/>
              </a:solidFill>
            </a:endParaRPr>
          </a:p>
          <a:p>
            <a:pPr marL="1371600" lvl="2" indent="-317500" algn="l" rtl="0">
              <a:spcBef>
                <a:spcPts val="0"/>
              </a:spcBef>
              <a:spcAft>
                <a:spcPts val="0"/>
              </a:spcAft>
              <a:buClr>
                <a:srgbClr val="434343"/>
              </a:buClr>
              <a:buSzPts val="1400"/>
              <a:buChar char="■"/>
            </a:pPr>
            <a:r>
              <a:rPr lang="en">
                <a:solidFill>
                  <a:srgbClr val="434343"/>
                </a:solidFill>
              </a:rPr>
              <a:t>PHP &amp; JSON</a:t>
            </a:r>
            <a:endParaRPr>
              <a:solidFill>
                <a:srgbClr val="434343"/>
              </a:solidFill>
            </a:endParaRPr>
          </a:p>
          <a:p>
            <a:pPr marL="457200" lvl="0" indent="0" algn="l" rtl="0">
              <a:spcBef>
                <a:spcPts val="1800"/>
              </a:spcBef>
              <a:spcAft>
                <a:spcPts val="400"/>
              </a:spcAft>
              <a:buNone/>
            </a:pPr>
            <a:endParaRPr sz="1400">
              <a:solidFill>
                <a:srgbClr val="434343"/>
              </a:solidFill>
            </a:endParaRPr>
          </a:p>
        </p:txBody>
      </p:sp>
      <p:sp>
        <p:nvSpPr>
          <p:cNvPr id="65" name="Google Shape;65;p2"/>
          <p:cNvSpPr txBox="1"/>
          <p:nvPr/>
        </p:nvSpPr>
        <p:spPr>
          <a:xfrm>
            <a:off x="0" y="30300"/>
            <a:ext cx="6805500" cy="703798"/>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FFFFFF"/>
              </a:buClr>
              <a:buSzPts val="900"/>
              <a:buFont typeface="Arial"/>
              <a:buNone/>
            </a:pPr>
            <a:r>
              <a:rPr lang="en" sz="3600" b="1" i="0" u="none" strike="noStrike" cap="none">
                <a:solidFill>
                  <a:srgbClr val="FFFFFF"/>
                </a:solidFill>
                <a:latin typeface="Arial"/>
                <a:ea typeface="Arial"/>
                <a:cs typeface="Arial"/>
                <a:sym typeface="Arial"/>
              </a:rPr>
              <a:t>Съдържание</a:t>
            </a:r>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1E63"/>
        </a:solidFill>
        <a:effectLst/>
      </p:bgPr>
    </p:bg>
    <p:spTree>
      <p:nvGrpSpPr>
        <p:cNvPr id="1" name="Shape 69"/>
        <p:cNvGrpSpPr/>
        <p:nvPr/>
      </p:nvGrpSpPr>
      <p:grpSpPr>
        <a:xfrm>
          <a:off x="0" y="0"/>
          <a:ext cx="0" cy="0"/>
          <a:chOff x="0" y="0"/>
          <a:chExt cx="0" cy="0"/>
        </a:xfrm>
      </p:grpSpPr>
      <p:sp>
        <p:nvSpPr>
          <p:cNvPr id="70" name="Google Shape;70;p3"/>
          <p:cNvSpPr txBox="1">
            <a:spLocks noGrp="1"/>
          </p:cNvSpPr>
          <p:nvPr>
            <p:ph type="title"/>
          </p:nvPr>
        </p:nvSpPr>
        <p:spPr>
          <a:xfrm>
            <a:off x="311700" y="1540025"/>
            <a:ext cx="8520599" cy="572699"/>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750"/>
              <a:buFont typeface="Arial"/>
              <a:buNone/>
            </a:pPr>
            <a:r>
              <a:rPr lang="en" sz="3000" b="1" i="0" u="none" strike="noStrike" cap="none">
                <a:solidFill>
                  <a:srgbClr val="FFFFFF"/>
                </a:solidFill>
                <a:latin typeface="Arial"/>
                <a:ea typeface="Arial"/>
                <a:cs typeface="Arial"/>
                <a:sym typeface="Arial"/>
              </a:rPr>
              <a:t/>
            </a:r>
            <a:br>
              <a:rPr lang="en" sz="3000" b="1" i="0" u="none" strike="noStrike" cap="none">
                <a:solidFill>
                  <a:srgbClr val="FFFFFF"/>
                </a:solidFill>
                <a:latin typeface="Arial"/>
                <a:ea typeface="Arial"/>
                <a:cs typeface="Arial"/>
                <a:sym typeface="Arial"/>
              </a:rPr>
            </a:br>
            <a:r>
              <a:rPr lang="en" sz="3000" b="1">
                <a:solidFill>
                  <a:srgbClr val="FFFFFF"/>
                </a:solidFill>
              </a:rPr>
              <a:t>AJAX</a:t>
            </a:r>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4"/>
          <p:cNvSpPr/>
          <p:nvPr/>
        </p:nvSpPr>
        <p:spPr>
          <a:xfrm>
            <a:off x="0" y="0"/>
            <a:ext cx="9144000" cy="655200"/>
          </a:xfrm>
          <a:prstGeom prst="rect">
            <a:avLst/>
          </a:prstGeom>
          <a:solidFill>
            <a:srgbClr val="E91E6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4"/>
          <p:cNvSpPr txBox="1"/>
          <p:nvPr/>
        </p:nvSpPr>
        <p:spPr>
          <a:xfrm>
            <a:off x="0" y="30300"/>
            <a:ext cx="6805500" cy="703798"/>
          </a:xfrm>
          <a:prstGeom prst="rect">
            <a:avLst/>
          </a:prstGeom>
          <a:noFill/>
          <a:ln>
            <a:noFill/>
          </a:ln>
        </p:spPr>
        <p:txBody>
          <a:bodyPr spcFirstLastPara="1" wrap="square" lIns="91425" tIns="91425" rIns="91425" bIns="91425" anchor="t" anchorCtr="0">
            <a:noAutofit/>
          </a:bodyPr>
          <a:lstStyle/>
          <a:p>
            <a:pPr marL="0" marR="0" lvl="0" indent="457200" algn="l" rtl="0">
              <a:lnSpc>
                <a:spcPct val="100000"/>
              </a:lnSpc>
              <a:spcBef>
                <a:spcPts val="0"/>
              </a:spcBef>
              <a:spcAft>
                <a:spcPts val="0"/>
              </a:spcAft>
              <a:buClr>
                <a:srgbClr val="FFFFFF"/>
              </a:buClr>
              <a:buSzPts val="600"/>
              <a:buFont typeface="Arial"/>
              <a:buNone/>
            </a:pPr>
            <a:r>
              <a:rPr lang="en" sz="2400" b="1">
                <a:solidFill>
                  <a:srgbClr val="FFFFFF"/>
                </a:solidFill>
              </a:rPr>
              <a:t>AJAX</a:t>
            </a:r>
            <a:endParaRPr/>
          </a:p>
        </p:txBody>
      </p:sp>
      <p:sp>
        <p:nvSpPr>
          <p:cNvPr id="77" name="Google Shape;77;p4"/>
          <p:cNvSpPr txBox="1">
            <a:spLocks noGrp="1"/>
          </p:cNvSpPr>
          <p:nvPr>
            <p:ph type="body" idx="1"/>
          </p:nvPr>
        </p:nvSpPr>
        <p:spPr>
          <a:xfrm>
            <a:off x="280675" y="897725"/>
            <a:ext cx="8550599" cy="38172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15000"/>
              </a:lnSpc>
              <a:spcBef>
                <a:spcPts val="0"/>
              </a:spcBef>
              <a:spcAft>
                <a:spcPts val="0"/>
              </a:spcAft>
              <a:buClr>
                <a:schemeClr val="dk1"/>
              </a:buClr>
              <a:buSzPts val="1100"/>
              <a:buFont typeface="Arial"/>
              <a:buNone/>
            </a:pPr>
            <a:endParaRPr sz="1800" b="0" i="0" u="none" strike="noStrike" cap="none">
              <a:solidFill>
                <a:srgbClr val="262626"/>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450"/>
              <a:buFont typeface="Arial"/>
              <a:buNone/>
            </a:pPr>
            <a:r>
              <a:rPr lang="en" sz="2400" b="1">
                <a:solidFill>
                  <a:srgbClr val="434343"/>
                </a:solidFill>
              </a:rPr>
              <a:t>Ajax</a:t>
            </a:r>
            <a:r>
              <a:rPr lang="en" sz="2400">
                <a:solidFill>
                  <a:srgbClr val="434343"/>
                </a:solidFill>
              </a:rPr>
              <a:t>/</a:t>
            </a:r>
            <a:r>
              <a:rPr lang="en" sz="2400" b="1">
                <a:solidFill>
                  <a:srgbClr val="434343"/>
                </a:solidFill>
              </a:rPr>
              <a:t>AJAX</a:t>
            </a:r>
            <a:r>
              <a:rPr lang="en" sz="2400">
                <a:solidFill>
                  <a:srgbClr val="434343"/>
                </a:solidFill>
                <a:uFill>
                  <a:noFill/>
                </a:uFill>
                <a:hlinkClick r:id="rId3"/>
              </a:rPr>
              <a:t> </a:t>
            </a:r>
            <a:endParaRPr/>
          </a:p>
          <a:p>
            <a:pPr marL="0" marR="0" lvl="0" indent="0" algn="l" rtl="0">
              <a:lnSpc>
                <a:spcPct val="115000"/>
              </a:lnSpc>
              <a:spcBef>
                <a:spcPts val="0"/>
              </a:spcBef>
              <a:spcAft>
                <a:spcPts val="0"/>
              </a:spcAft>
              <a:buClr>
                <a:schemeClr val="dk2"/>
              </a:buClr>
              <a:buSzPts val="450"/>
              <a:buFont typeface="Arial"/>
              <a:buNone/>
            </a:pPr>
            <a:r>
              <a:rPr lang="en" sz="2400" u="sng">
                <a:solidFill>
                  <a:srgbClr val="434343"/>
                </a:solidFill>
                <a:hlinkClick r:id="rId3"/>
              </a:rPr>
              <a:t>/ˈeɪdʒæks/</a:t>
            </a:r>
            <a:r>
              <a:rPr lang="en" sz="2400">
                <a:solidFill>
                  <a:srgbClr val="434343"/>
                </a:solidFill>
              </a:rPr>
              <a:t>; </a:t>
            </a:r>
            <a:endParaRPr sz="2400">
              <a:solidFill>
                <a:srgbClr val="434343"/>
              </a:solidFill>
            </a:endParaRPr>
          </a:p>
          <a:p>
            <a:pPr marL="0" marR="0" lvl="0" indent="0" algn="l" rtl="0">
              <a:lnSpc>
                <a:spcPct val="115000"/>
              </a:lnSpc>
              <a:spcBef>
                <a:spcPts val="0"/>
              </a:spcBef>
              <a:spcAft>
                <a:spcPts val="0"/>
              </a:spcAft>
              <a:buClr>
                <a:schemeClr val="dk2"/>
              </a:buClr>
              <a:buSzPts val="450"/>
              <a:buFont typeface="Arial"/>
              <a:buNone/>
            </a:pPr>
            <a:endParaRPr sz="2400">
              <a:solidFill>
                <a:srgbClr val="434343"/>
              </a:solidFill>
            </a:endParaRPr>
          </a:p>
          <a:p>
            <a:pPr marL="0" marR="0" lvl="0" indent="0" algn="l" rtl="0">
              <a:lnSpc>
                <a:spcPct val="115000"/>
              </a:lnSpc>
              <a:spcBef>
                <a:spcPts val="0"/>
              </a:spcBef>
              <a:spcAft>
                <a:spcPts val="0"/>
              </a:spcAft>
              <a:buClr>
                <a:schemeClr val="dk2"/>
              </a:buClr>
              <a:buSzPts val="450"/>
              <a:buFont typeface="Arial"/>
              <a:buNone/>
            </a:pPr>
            <a:r>
              <a:rPr lang="en" sz="2400">
                <a:solidFill>
                  <a:srgbClr val="434343"/>
                </a:solidFill>
              </a:rPr>
              <a:t>short for asynchronous</a:t>
            </a:r>
            <a:r>
              <a:rPr lang="en" sz="2400">
                <a:solidFill>
                  <a:srgbClr val="434343"/>
                </a:solidFill>
                <a:uFill>
                  <a:noFill/>
                </a:uFill>
                <a:hlinkClick r:id="rId4"/>
              </a:rPr>
              <a:t> </a:t>
            </a:r>
            <a:r>
              <a:rPr lang="en" sz="2400" u="sng">
                <a:solidFill>
                  <a:srgbClr val="434343"/>
                </a:solidFill>
                <a:hlinkClick r:id="rId4"/>
              </a:rPr>
              <a:t>JavaScript</a:t>
            </a:r>
            <a:r>
              <a:rPr lang="en" sz="2400">
                <a:solidFill>
                  <a:srgbClr val="434343"/>
                </a:solidFill>
              </a:rPr>
              <a:t> and</a:t>
            </a:r>
            <a:r>
              <a:rPr lang="en" sz="2400">
                <a:solidFill>
                  <a:srgbClr val="434343"/>
                </a:solidFill>
                <a:uFill>
                  <a:noFill/>
                </a:uFill>
                <a:hlinkClick r:id="rId5"/>
              </a:rPr>
              <a:t> </a:t>
            </a:r>
            <a:r>
              <a:rPr lang="en" sz="2400" u="sng">
                <a:solidFill>
                  <a:srgbClr val="434343"/>
                </a:solidFill>
                <a:hlinkClick r:id="rId5"/>
              </a:rPr>
              <a:t>XML</a:t>
            </a:r>
            <a:endParaRPr sz="2400" b="0" i="0" u="none" strike="noStrike" cap="none">
              <a:solidFill>
                <a:srgbClr val="434343"/>
              </a:solidFill>
              <a:latin typeface="Arial"/>
              <a:ea typeface="Arial"/>
              <a:cs typeface="Arial"/>
              <a:sym typeface="Arial"/>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g5aed8a252b_0_1"/>
          <p:cNvSpPr/>
          <p:nvPr/>
        </p:nvSpPr>
        <p:spPr>
          <a:xfrm>
            <a:off x="0" y="0"/>
            <a:ext cx="9144000" cy="655200"/>
          </a:xfrm>
          <a:prstGeom prst="rect">
            <a:avLst/>
          </a:prstGeom>
          <a:solidFill>
            <a:srgbClr val="E91E6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g5aed8a252b_0_1"/>
          <p:cNvSpPr txBox="1"/>
          <p:nvPr/>
        </p:nvSpPr>
        <p:spPr>
          <a:xfrm>
            <a:off x="0" y="30300"/>
            <a:ext cx="6805500" cy="703800"/>
          </a:xfrm>
          <a:prstGeom prst="rect">
            <a:avLst/>
          </a:prstGeom>
          <a:noFill/>
          <a:ln>
            <a:noFill/>
          </a:ln>
        </p:spPr>
        <p:txBody>
          <a:bodyPr spcFirstLastPara="1" wrap="square" lIns="91425" tIns="91425" rIns="91425" bIns="91425" anchor="t" anchorCtr="0">
            <a:noAutofit/>
          </a:bodyPr>
          <a:lstStyle/>
          <a:p>
            <a:pPr marL="0" marR="0" lvl="0" indent="457200" algn="l" rtl="0">
              <a:lnSpc>
                <a:spcPct val="100000"/>
              </a:lnSpc>
              <a:spcBef>
                <a:spcPts val="0"/>
              </a:spcBef>
              <a:spcAft>
                <a:spcPts val="0"/>
              </a:spcAft>
              <a:buClr>
                <a:srgbClr val="FFFFFF"/>
              </a:buClr>
              <a:buSzPts val="600"/>
              <a:buFont typeface="Arial"/>
              <a:buNone/>
            </a:pPr>
            <a:r>
              <a:rPr lang="en" sz="2400" b="1">
                <a:solidFill>
                  <a:srgbClr val="FFFFFF"/>
                </a:solidFill>
              </a:rPr>
              <a:t>AJAX</a:t>
            </a:r>
            <a:endParaRPr/>
          </a:p>
        </p:txBody>
      </p:sp>
      <p:sp>
        <p:nvSpPr>
          <p:cNvPr id="84" name="Google Shape;84;g5aed8a252b_0_1"/>
          <p:cNvSpPr txBox="1">
            <a:spLocks noGrp="1"/>
          </p:cNvSpPr>
          <p:nvPr>
            <p:ph type="body" idx="1"/>
          </p:nvPr>
        </p:nvSpPr>
        <p:spPr>
          <a:xfrm>
            <a:off x="280675" y="897725"/>
            <a:ext cx="8550600" cy="38172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15000"/>
              </a:lnSpc>
              <a:spcBef>
                <a:spcPts val="0"/>
              </a:spcBef>
              <a:spcAft>
                <a:spcPts val="0"/>
              </a:spcAft>
              <a:buClr>
                <a:schemeClr val="dk1"/>
              </a:buClr>
              <a:buSzPts val="1100"/>
              <a:buFont typeface="Arial"/>
              <a:buNone/>
            </a:pPr>
            <a:endParaRPr sz="1800" b="0" i="0" u="none" strike="noStrike" cap="none">
              <a:solidFill>
                <a:srgbClr val="262626"/>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450"/>
              <a:buFont typeface="Arial"/>
              <a:buNone/>
            </a:pPr>
            <a:r>
              <a:rPr lang="en" sz="1400">
                <a:solidFill>
                  <a:srgbClr val="434343"/>
                </a:solidFill>
              </a:rPr>
              <a:t>a set of</a:t>
            </a:r>
            <a:r>
              <a:rPr lang="en" sz="1400">
                <a:solidFill>
                  <a:srgbClr val="434343"/>
                </a:solidFill>
                <a:uFill>
                  <a:noFill/>
                </a:uFill>
                <a:hlinkClick r:id="rId3"/>
              </a:rPr>
              <a:t> </a:t>
            </a:r>
            <a:r>
              <a:rPr lang="en" sz="1400" u="sng">
                <a:solidFill>
                  <a:srgbClr val="434343"/>
                </a:solidFill>
                <a:hlinkClick r:id="rId3"/>
              </a:rPr>
              <a:t>web development</a:t>
            </a:r>
            <a:r>
              <a:rPr lang="en" sz="1400">
                <a:solidFill>
                  <a:srgbClr val="434343"/>
                </a:solidFill>
              </a:rPr>
              <a:t> techniques using many web technologies on the</a:t>
            </a:r>
            <a:r>
              <a:rPr lang="en" sz="1400">
                <a:solidFill>
                  <a:srgbClr val="434343"/>
                </a:solidFill>
                <a:uFill>
                  <a:noFill/>
                </a:uFill>
                <a:hlinkClick r:id="rId4"/>
              </a:rPr>
              <a:t> </a:t>
            </a:r>
            <a:r>
              <a:rPr lang="en" sz="1400" u="sng">
                <a:solidFill>
                  <a:srgbClr val="434343"/>
                </a:solidFill>
                <a:hlinkClick r:id="rId4"/>
              </a:rPr>
              <a:t>client side</a:t>
            </a:r>
            <a:r>
              <a:rPr lang="en" sz="1400">
                <a:solidFill>
                  <a:srgbClr val="434343"/>
                </a:solidFill>
              </a:rPr>
              <a:t> to create</a:t>
            </a:r>
            <a:r>
              <a:rPr lang="en" sz="1400">
                <a:solidFill>
                  <a:srgbClr val="434343"/>
                </a:solidFill>
                <a:uFill>
                  <a:noFill/>
                </a:uFill>
                <a:hlinkClick r:id="rId5"/>
              </a:rPr>
              <a:t> </a:t>
            </a:r>
            <a:r>
              <a:rPr lang="en" sz="1400" u="sng">
                <a:solidFill>
                  <a:srgbClr val="434343"/>
                </a:solidFill>
                <a:hlinkClick r:id="rId5"/>
              </a:rPr>
              <a:t>asynchronous</a:t>
            </a:r>
            <a:r>
              <a:rPr lang="en" sz="1400">
                <a:solidFill>
                  <a:srgbClr val="434343"/>
                </a:solidFill>
                <a:uFill>
                  <a:noFill/>
                </a:uFill>
                <a:hlinkClick r:id="rId6"/>
              </a:rPr>
              <a:t> </a:t>
            </a:r>
            <a:r>
              <a:rPr lang="en" sz="1400" u="sng">
                <a:solidFill>
                  <a:srgbClr val="434343"/>
                </a:solidFill>
                <a:hlinkClick r:id="rId6"/>
              </a:rPr>
              <a:t>web applications</a:t>
            </a:r>
            <a:r>
              <a:rPr lang="en" sz="1400">
                <a:solidFill>
                  <a:srgbClr val="434343"/>
                </a:solidFill>
              </a:rPr>
              <a:t>.</a:t>
            </a:r>
            <a:endParaRPr sz="1400" b="0" i="0" u="none" strike="noStrike" cap="none">
              <a:solidFill>
                <a:srgbClr val="434343"/>
              </a:solidFill>
              <a:latin typeface="Arial"/>
              <a:ea typeface="Arial"/>
              <a:cs typeface="Arial"/>
              <a:sym typeface="Arial"/>
            </a:endParaRP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g5aed8a252b_0_14"/>
          <p:cNvSpPr/>
          <p:nvPr/>
        </p:nvSpPr>
        <p:spPr>
          <a:xfrm>
            <a:off x="0" y="0"/>
            <a:ext cx="9144000" cy="655200"/>
          </a:xfrm>
          <a:prstGeom prst="rect">
            <a:avLst/>
          </a:prstGeom>
          <a:solidFill>
            <a:srgbClr val="E91E6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g5aed8a252b_0_14"/>
          <p:cNvSpPr txBox="1"/>
          <p:nvPr/>
        </p:nvSpPr>
        <p:spPr>
          <a:xfrm>
            <a:off x="0" y="30300"/>
            <a:ext cx="6805500" cy="703800"/>
          </a:xfrm>
          <a:prstGeom prst="rect">
            <a:avLst/>
          </a:prstGeom>
          <a:noFill/>
          <a:ln>
            <a:noFill/>
          </a:ln>
        </p:spPr>
        <p:txBody>
          <a:bodyPr spcFirstLastPara="1" wrap="square" lIns="91425" tIns="91425" rIns="91425" bIns="91425" anchor="t" anchorCtr="0">
            <a:noAutofit/>
          </a:bodyPr>
          <a:lstStyle/>
          <a:p>
            <a:pPr marL="0" marR="0" lvl="0" indent="457200" algn="l" rtl="0">
              <a:lnSpc>
                <a:spcPct val="100000"/>
              </a:lnSpc>
              <a:spcBef>
                <a:spcPts val="0"/>
              </a:spcBef>
              <a:spcAft>
                <a:spcPts val="0"/>
              </a:spcAft>
              <a:buClr>
                <a:srgbClr val="FFFFFF"/>
              </a:buClr>
              <a:buSzPts val="600"/>
              <a:buFont typeface="Arial"/>
              <a:buNone/>
            </a:pPr>
            <a:r>
              <a:rPr lang="en" sz="2400" b="1">
                <a:solidFill>
                  <a:srgbClr val="FFFFFF"/>
                </a:solidFill>
              </a:rPr>
              <a:t>AJAX</a:t>
            </a:r>
            <a:endParaRPr/>
          </a:p>
        </p:txBody>
      </p:sp>
      <p:sp>
        <p:nvSpPr>
          <p:cNvPr id="98" name="Google Shape;98;g5aed8a252b_0_14"/>
          <p:cNvSpPr txBox="1">
            <a:spLocks noGrp="1"/>
          </p:cNvSpPr>
          <p:nvPr>
            <p:ph type="body" idx="1"/>
          </p:nvPr>
        </p:nvSpPr>
        <p:spPr>
          <a:xfrm>
            <a:off x="280675" y="897725"/>
            <a:ext cx="8550600" cy="38172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15000"/>
              </a:lnSpc>
              <a:spcBef>
                <a:spcPts val="0"/>
              </a:spcBef>
              <a:spcAft>
                <a:spcPts val="0"/>
              </a:spcAft>
              <a:buClr>
                <a:schemeClr val="dk1"/>
              </a:buClr>
              <a:buSzPts val="1100"/>
              <a:buFont typeface="Arial"/>
              <a:buNone/>
            </a:pPr>
            <a:endParaRPr sz="1800" b="0" i="0" u="none" strike="noStrike" cap="none">
              <a:solidFill>
                <a:srgbClr val="262626"/>
              </a:solidFill>
              <a:latin typeface="Arial"/>
              <a:ea typeface="Arial"/>
              <a:cs typeface="Arial"/>
              <a:sym typeface="Arial"/>
            </a:endParaRPr>
          </a:p>
          <a:p>
            <a:pPr marL="0" marR="0" lvl="0" indent="0" algn="l" rtl="0">
              <a:lnSpc>
                <a:spcPct val="115000"/>
              </a:lnSpc>
              <a:spcBef>
                <a:spcPts val="0"/>
              </a:spcBef>
              <a:spcAft>
                <a:spcPts val="0"/>
              </a:spcAft>
              <a:buClr>
                <a:schemeClr val="dk2"/>
              </a:buClr>
              <a:buSzPts val="450"/>
              <a:buFont typeface="Arial"/>
              <a:buNone/>
            </a:pPr>
            <a:r>
              <a:rPr lang="en" sz="1400">
                <a:solidFill>
                  <a:srgbClr val="434343"/>
                </a:solidFill>
              </a:rPr>
              <a:t>With Ajax, web applications can send and retrieve data from a</a:t>
            </a:r>
            <a:r>
              <a:rPr lang="en" sz="1400">
                <a:solidFill>
                  <a:srgbClr val="434343"/>
                </a:solidFill>
                <a:uFill>
                  <a:noFill/>
                </a:uFill>
                <a:hlinkClick r:id="rId3"/>
              </a:rPr>
              <a:t> </a:t>
            </a:r>
            <a:r>
              <a:rPr lang="en" sz="1400" u="sng">
                <a:solidFill>
                  <a:srgbClr val="434343"/>
                </a:solidFill>
                <a:hlinkClick r:id="rId3"/>
              </a:rPr>
              <a:t>server</a:t>
            </a:r>
            <a:r>
              <a:rPr lang="en" sz="1400">
                <a:solidFill>
                  <a:srgbClr val="434343"/>
                </a:solidFill>
              </a:rPr>
              <a:t> asynchronously (in the background) without interfering with the display and behavior of the existing page. </a:t>
            </a:r>
            <a:endParaRPr sz="1400">
              <a:solidFill>
                <a:srgbClr val="434343"/>
              </a:solidFill>
            </a:endParaRPr>
          </a:p>
          <a:p>
            <a:pPr marL="0" marR="0" lvl="0" indent="0" algn="l" rtl="0">
              <a:lnSpc>
                <a:spcPct val="115000"/>
              </a:lnSpc>
              <a:spcBef>
                <a:spcPts val="0"/>
              </a:spcBef>
              <a:spcAft>
                <a:spcPts val="0"/>
              </a:spcAft>
              <a:buClr>
                <a:schemeClr val="dk2"/>
              </a:buClr>
              <a:buSzPts val="450"/>
              <a:buFont typeface="Arial"/>
              <a:buNone/>
            </a:pPr>
            <a:endParaRPr sz="1400">
              <a:solidFill>
                <a:srgbClr val="434343"/>
              </a:solidFill>
            </a:endParaRPr>
          </a:p>
          <a:p>
            <a:pPr marL="0" marR="0" lvl="0" indent="0" algn="l" rtl="0">
              <a:lnSpc>
                <a:spcPct val="115000"/>
              </a:lnSpc>
              <a:spcBef>
                <a:spcPts val="0"/>
              </a:spcBef>
              <a:spcAft>
                <a:spcPts val="0"/>
              </a:spcAft>
              <a:buClr>
                <a:schemeClr val="dk2"/>
              </a:buClr>
              <a:buSzPts val="450"/>
              <a:buFont typeface="Arial"/>
              <a:buNone/>
            </a:pPr>
            <a:r>
              <a:rPr lang="en" sz="1400">
                <a:solidFill>
                  <a:srgbClr val="434343"/>
                </a:solidFill>
              </a:rPr>
              <a:t>By decoupling the data interchange layer from the presentation layer, Ajax allows web pages and, by extension, web applications, to change content dynamically without the </a:t>
            </a:r>
            <a:r>
              <a:rPr lang="en" sz="1400" u="sng">
                <a:solidFill>
                  <a:srgbClr val="434343"/>
                </a:solidFill>
              </a:rPr>
              <a:t>need to reload the entire page</a:t>
            </a:r>
            <a:r>
              <a:rPr lang="en" sz="1400">
                <a:solidFill>
                  <a:srgbClr val="434343"/>
                </a:solidFill>
              </a:rPr>
              <a:t>.</a:t>
            </a:r>
            <a:endParaRPr sz="1400">
              <a:solidFill>
                <a:srgbClr val="434343"/>
              </a:solidFill>
            </a:endParaRPr>
          </a:p>
          <a:p>
            <a:pPr marL="0" marR="0" lvl="0" indent="0" algn="l" rtl="0">
              <a:lnSpc>
                <a:spcPct val="115000"/>
              </a:lnSpc>
              <a:spcBef>
                <a:spcPts val="0"/>
              </a:spcBef>
              <a:spcAft>
                <a:spcPts val="0"/>
              </a:spcAft>
              <a:buClr>
                <a:schemeClr val="dk2"/>
              </a:buClr>
              <a:buSzPts val="450"/>
              <a:buFont typeface="Arial"/>
              <a:buNone/>
            </a:pPr>
            <a:endParaRPr sz="1400">
              <a:solidFill>
                <a:srgbClr val="434343"/>
              </a:solidFill>
            </a:endParaRPr>
          </a:p>
          <a:p>
            <a:pPr marL="0" marR="0" lvl="0" indent="0" algn="l" rtl="0">
              <a:lnSpc>
                <a:spcPct val="115000"/>
              </a:lnSpc>
              <a:spcBef>
                <a:spcPts val="0"/>
              </a:spcBef>
              <a:spcAft>
                <a:spcPts val="0"/>
              </a:spcAft>
              <a:buClr>
                <a:schemeClr val="dk2"/>
              </a:buClr>
              <a:buSzPts val="450"/>
              <a:buFont typeface="Arial"/>
              <a:buNone/>
            </a:pPr>
            <a:r>
              <a:rPr lang="en" sz="1400" i="1" u="sng">
                <a:solidFill>
                  <a:srgbClr val="434343"/>
                </a:solidFill>
              </a:rPr>
              <a:t>AJAX is the art of exchanging data with a server, and update parts of a web page - without reloading the whole page.</a:t>
            </a:r>
            <a:endParaRPr sz="1400" i="1" u="sng">
              <a:solidFill>
                <a:srgbClr val="434343"/>
              </a:solidFill>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5394"/>
        </a:solidFill>
        <a:effectLst/>
      </p:bgPr>
    </p:bg>
    <p:spTree>
      <p:nvGrpSpPr>
        <p:cNvPr id="1" name="Shape 102"/>
        <p:cNvGrpSpPr/>
        <p:nvPr/>
      </p:nvGrpSpPr>
      <p:grpSpPr>
        <a:xfrm>
          <a:off x="0" y="0"/>
          <a:ext cx="0" cy="0"/>
          <a:chOff x="0" y="0"/>
          <a:chExt cx="0" cy="0"/>
        </a:xfrm>
      </p:grpSpPr>
      <p:sp>
        <p:nvSpPr>
          <p:cNvPr id="103" name="Google Shape;103;p6"/>
          <p:cNvSpPr txBox="1">
            <a:spLocks noGrp="1"/>
          </p:cNvSpPr>
          <p:nvPr>
            <p:ph type="title"/>
          </p:nvPr>
        </p:nvSpPr>
        <p:spPr>
          <a:xfrm>
            <a:off x="323528" y="2215075"/>
            <a:ext cx="8520599" cy="572699"/>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750"/>
              <a:buFont typeface="Arial"/>
              <a:buNone/>
            </a:pPr>
            <a:r>
              <a:rPr lang="en" sz="3000" b="1" i="0" u="none" strike="noStrike" cap="none">
                <a:solidFill>
                  <a:srgbClr val="FFFFFF"/>
                </a:solidFill>
                <a:latin typeface="Arial"/>
                <a:ea typeface="Arial"/>
                <a:cs typeface="Arial"/>
                <a:sym typeface="Arial"/>
              </a:rPr>
              <a:t>jQuery &amp; ajax</a:t>
            </a:r>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7"/>
          <p:cNvSpPr/>
          <p:nvPr/>
        </p:nvSpPr>
        <p:spPr>
          <a:xfrm>
            <a:off x="0" y="0"/>
            <a:ext cx="9144000" cy="764398"/>
          </a:xfrm>
          <a:prstGeom prst="rect">
            <a:avLst/>
          </a:prstGeom>
          <a:solidFill>
            <a:srgbClr val="0D65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7"/>
          <p:cNvSpPr txBox="1"/>
          <p:nvPr/>
        </p:nvSpPr>
        <p:spPr>
          <a:xfrm>
            <a:off x="0" y="57950"/>
            <a:ext cx="6805500" cy="687300"/>
          </a:xfrm>
          <a:prstGeom prst="rect">
            <a:avLst/>
          </a:prstGeom>
          <a:solidFill>
            <a:srgbClr val="0D65B5"/>
          </a:solidFill>
          <a:ln>
            <a:noFill/>
          </a:ln>
        </p:spPr>
        <p:txBody>
          <a:bodyPr spcFirstLastPara="1" wrap="square" lIns="91425" tIns="91425" rIns="91425" bIns="91425" anchor="b" anchorCtr="0">
            <a:noAutofit/>
          </a:bodyPr>
          <a:lstStyle/>
          <a:p>
            <a:pPr marL="0" marR="0" lvl="0" indent="381000" algn="l" rtl="0">
              <a:lnSpc>
                <a:spcPct val="115000"/>
              </a:lnSpc>
              <a:spcBef>
                <a:spcPts val="0"/>
              </a:spcBef>
              <a:spcAft>
                <a:spcPts val="0"/>
              </a:spcAft>
              <a:buClr>
                <a:schemeClr val="dk1"/>
              </a:buClr>
              <a:buSzPts val="600"/>
              <a:buFont typeface="Arial"/>
              <a:buNone/>
            </a:pPr>
            <a:r>
              <a:rPr lang="en" sz="2400" b="1">
                <a:solidFill>
                  <a:srgbClr val="FFFFFF"/>
                </a:solidFill>
              </a:rPr>
              <a:t>jQuery &amp; ajax</a:t>
            </a:r>
            <a:endParaRPr/>
          </a:p>
        </p:txBody>
      </p:sp>
      <p:sp>
        <p:nvSpPr>
          <p:cNvPr id="110" name="Google Shape;110;p7"/>
          <p:cNvSpPr txBox="1">
            <a:spLocks noGrp="1"/>
          </p:cNvSpPr>
          <p:nvPr>
            <p:ph type="body" idx="1"/>
          </p:nvPr>
        </p:nvSpPr>
        <p:spPr>
          <a:xfrm>
            <a:off x="311700" y="1152475"/>
            <a:ext cx="8341200" cy="3416400"/>
          </a:xfrm>
          <a:prstGeom prst="rect">
            <a:avLst/>
          </a:prstGeom>
          <a:noFill/>
          <a:ln>
            <a:noFill/>
          </a:ln>
        </p:spPr>
        <p:txBody>
          <a:bodyPr spcFirstLastPara="1" wrap="square" lIns="91425" tIns="91425" rIns="91425" bIns="91425" anchor="t" anchorCtr="0">
            <a:noAutofit/>
          </a:bodyPr>
          <a:lstStyle/>
          <a:p>
            <a:pPr marL="0" lvl="0" indent="0" algn="l" rtl="0">
              <a:spcBef>
                <a:spcPts val="1800"/>
              </a:spcBef>
              <a:spcAft>
                <a:spcPts val="0"/>
              </a:spcAft>
              <a:buNone/>
            </a:pPr>
            <a:r>
              <a:rPr lang="en" sz="1700" b="1">
                <a:solidFill>
                  <a:srgbClr val="434343"/>
                </a:solidFill>
              </a:rPr>
              <a:t>Loading Simple Data</a:t>
            </a:r>
            <a:endParaRPr sz="1700" b="1">
              <a:solidFill>
                <a:srgbClr val="434343"/>
              </a:solidFill>
            </a:endParaRPr>
          </a:p>
          <a:p>
            <a:pPr marL="0" lvl="0" indent="0" algn="l" rtl="0">
              <a:spcBef>
                <a:spcPts val="1800"/>
              </a:spcBef>
              <a:spcAft>
                <a:spcPts val="0"/>
              </a:spcAft>
              <a:buNone/>
            </a:pPr>
            <a:r>
              <a:rPr lang="en" sz="1100" b="1">
                <a:solidFill>
                  <a:srgbClr val="3C78D8"/>
                </a:solidFill>
              </a:rPr>
              <a:t>[selector].</a:t>
            </a:r>
            <a:r>
              <a:rPr lang="en" sz="1100">
                <a:solidFill>
                  <a:srgbClr val="3C78D8"/>
                </a:solidFill>
              </a:rPr>
              <a:t>load( URL, [data], [callback] );</a:t>
            </a:r>
            <a:endParaRPr sz="1100">
              <a:solidFill>
                <a:srgbClr val="3C78D8"/>
              </a:solidFill>
            </a:endParaRPr>
          </a:p>
          <a:p>
            <a:pPr marL="457200" lvl="0" indent="-298450" algn="l" rtl="0">
              <a:spcBef>
                <a:spcPts val="1200"/>
              </a:spcBef>
              <a:spcAft>
                <a:spcPts val="0"/>
              </a:spcAft>
              <a:buClr>
                <a:srgbClr val="434343"/>
              </a:buClr>
              <a:buSzPts val="1100"/>
              <a:buChar char="●"/>
            </a:pPr>
            <a:r>
              <a:rPr lang="en" sz="1100" b="1" i="1">
                <a:solidFill>
                  <a:srgbClr val="434343"/>
                </a:solidFill>
              </a:rPr>
              <a:t>URL</a:t>
            </a:r>
            <a:r>
              <a:rPr lang="en" sz="1100" i="1">
                <a:solidFill>
                  <a:srgbClr val="434343"/>
                </a:solidFill>
              </a:rPr>
              <a:t> − The URL of the server-side resource to which the request is sent. It could be a CGI, ASP, JSP, or PHP script which generates data dynamically or out of a database.</a:t>
            </a:r>
            <a:endParaRPr sz="1100" i="1">
              <a:solidFill>
                <a:srgbClr val="434343"/>
              </a:solidFill>
            </a:endParaRPr>
          </a:p>
          <a:p>
            <a:pPr marL="457200" lvl="0" indent="-298450" algn="l" rtl="0">
              <a:spcBef>
                <a:spcPts val="0"/>
              </a:spcBef>
              <a:spcAft>
                <a:spcPts val="0"/>
              </a:spcAft>
              <a:buClr>
                <a:srgbClr val="434343"/>
              </a:buClr>
              <a:buSzPts val="1100"/>
              <a:buChar char="●"/>
            </a:pPr>
            <a:r>
              <a:rPr lang="en" sz="1100" b="1" i="1">
                <a:solidFill>
                  <a:srgbClr val="434343"/>
                </a:solidFill>
              </a:rPr>
              <a:t>data</a:t>
            </a:r>
            <a:r>
              <a:rPr lang="en" sz="1100" i="1">
                <a:solidFill>
                  <a:srgbClr val="434343"/>
                </a:solidFill>
              </a:rPr>
              <a:t> − This optional parameter represents an object whose properties are serialized into properly encoded parameters to be passed to the request. If specified, the request is made using the </a:t>
            </a:r>
            <a:r>
              <a:rPr lang="en" sz="1100" b="1" i="1">
                <a:solidFill>
                  <a:srgbClr val="434343"/>
                </a:solidFill>
              </a:rPr>
              <a:t>POST</a:t>
            </a:r>
            <a:r>
              <a:rPr lang="en" sz="1100" i="1">
                <a:solidFill>
                  <a:srgbClr val="434343"/>
                </a:solidFill>
              </a:rPr>
              <a:t> method. If omitted, the </a:t>
            </a:r>
            <a:r>
              <a:rPr lang="en" sz="1100" b="1" i="1">
                <a:solidFill>
                  <a:srgbClr val="434343"/>
                </a:solidFill>
              </a:rPr>
              <a:t>GET</a:t>
            </a:r>
            <a:r>
              <a:rPr lang="en" sz="1100" i="1">
                <a:solidFill>
                  <a:srgbClr val="434343"/>
                </a:solidFill>
              </a:rPr>
              <a:t> method is used.</a:t>
            </a:r>
            <a:endParaRPr sz="1100" i="1">
              <a:solidFill>
                <a:srgbClr val="434343"/>
              </a:solidFill>
            </a:endParaRPr>
          </a:p>
          <a:p>
            <a:pPr marL="457200" lvl="0" indent="-298450" algn="l" rtl="0">
              <a:spcBef>
                <a:spcPts val="0"/>
              </a:spcBef>
              <a:spcAft>
                <a:spcPts val="0"/>
              </a:spcAft>
              <a:buClr>
                <a:srgbClr val="434343"/>
              </a:buClr>
              <a:buSzPts val="1100"/>
              <a:buChar char="●"/>
            </a:pPr>
            <a:r>
              <a:rPr lang="en" sz="1100" b="1" i="1">
                <a:solidFill>
                  <a:srgbClr val="434343"/>
                </a:solidFill>
              </a:rPr>
              <a:t>callback</a:t>
            </a:r>
            <a:r>
              <a:rPr lang="en" sz="1100" i="1">
                <a:solidFill>
                  <a:srgbClr val="434343"/>
                </a:solidFill>
              </a:rPr>
              <a:t> − A callback function invoked after the response data has been loaded into the elements of the matched set. The first parameter passed to this function is the response text received from the server and second parameter is the status code.</a:t>
            </a:r>
            <a:endParaRPr sz="1100" i="1">
              <a:solidFill>
                <a:srgbClr val="434343"/>
              </a:solidFill>
            </a:endParaRPr>
          </a:p>
          <a:p>
            <a:pPr marL="0" lvl="0" indent="0" algn="l" rtl="0">
              <a:spcBef>
                <a:spcPts val="1800"/>
              </a:spcBef>
              <a:spcAft>
                <a:spcPts val="0"/>
              </a:spcAft>
              <a:buClr>
                <a:schemeClr val="dk1"/>
              </a:buClr>
              <a:buSzPts val="1100"/>
              <a:buFont typeface="Arial"/>
              <a:buNone/>
            </a:pPr>
            <a:endParaRPr sz="1700" b="1">
              <a:solidFill>
                <a:srgbClr val="434343"/>
              </a:solidFill>
            </a:endParaRPr>
          </a:p>
          <a:p>
            <a:pPr marL="0" marR="0" lvl="0" indent="0" algn="l" rtl="0">
              <a:lnSpc>
                <a:spcPct val="115000"/>
              </a:lnSpc>
              <a:spcBef>
                <a:spcPts val="1600"/>
              </a:spcBef>
              <a:spcAft>
                <a:spcPts val="0"/>
              </a:spcAft>
              <a:buNone/>
            </a:pPr>
            <a:endParaRPr sz="1800">
              <a:uFill>
                <a:noFill/>
              </a:uFill>
              <a:hlinkClick r:id="rId3"/>
            </a:endParaRPr>
          </a:p>
          <a:p>
            <a:pPr marL="342900" marR="0" lvl="0" indent="-342900" algn="l" rtl="0">
              <a:lnSpc>
                <a:spcPct val="115000"/>
              </a:lnSpc>
              <a:spcBef>
                <a:spcPts val="1600"/>
              </a:spcBef>
              <a:spcAft>
                <a:spcPts val="0"/>
              </a:spcAft>
              <a:buClr>
                <a:schemeClr val="dk2"/>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45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5aed8a2594_0_1"/>
          <p:cNvSpPr/>
          <p:nvPr/>
        </p:nvSpPr>
        <p:spPr>
          <a:xfrm>
            <a:off x="0" y="0"/>
            <a:ext cx="9144000" cy="764400"/>
          </a:xfrm>
          <a:prstGeom prst="rect">
            <a:avLst/>
          </a:prstGeom>
          <a:solidFill>
            <a:srgbClr val="0D65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g5aed8a2594_0_1"/>
          <p:cNvSpPr txBox="1"/>
          <p:nvPr/>
        </p:nvSpPr>
        <p:spPr>
          <a:xfrm>
            <a:off x="0" y="57950"/>
            <a:ext cx="6805500" cy="687300"/>
          </a:xfrm>
          <a:prstGeom prst="rect">
            <a:avLst/>
          </a:prstGeom>
          <a:solidFill>
            <a:srgbClr val="0D65B5"/>
          </a:solidFill>
          <a:ln>
            <a:noFill/>
          </a:ln>
        </p:spPr>
        <p:txBody>
          <a:bodyPr spcFirstLastPara="1" wrap="square" lIns="91425" tIns="91425" rIns="91425" bIns="91425" anchor="b" anchorCtr="0">
            <a:noAutofit/>
          </a:bodyPr>
          <a:lstStyle/>
          <a:p>
            <a:pPr marL="0" marR="0" lvl="0" indent="381000" algn="l" rtl="0">
              <a:lnSpc>
                <a:spcPct val="115000"/>
              </a:lnSpc>
              <a:spcBef>
                <a:spcPts val="0"/>
              </a:spcBef>
              <a:spcAft>
                <a:spcPts val="0"/>
              </a:spcAft>
              <a:buClr>
                <a:schemeClr val="dk1"/>
              </a:buClr>
              <a:buSzPts val="600"/>
              <a:buFont typeface="Arial"/>
              <a:buNone/>
            </a:pPr>
            <a:r>
              <a:rPr lang="en" sz="2400" b="1">
                <a:solidFill>
                  <a:srgbClr val="FFFFFF"/>
                </a:solidFill>
              </a:rPr>
              <a:t>jQuery &amp; ajax</a:t>
            </a:r>
            <a:endParaRPr/>
          </a:p>
        </p:txBody>
      </p:sp>
      <p:sp>
        <p:nvSpPr>
          <p:cNvPr id="117" name="Google Shape;117;g5aed8a2594_0_1"/>
          <p:cNvSpPr txBox="1">
            <a:spLocks noGrp="1"/>
          </p:cNvSpPr>
          <p:nvPr>
            <p:ph type="body" idx="1"/>
          </p:nvPr>
        </p:nvSpPr>
        <p:spPr>
          <a:xfrm>
            <a:off x="311700" y="1152475"/>
            <a:ext cx="8341200" cy="3416400"/>
          </a:xfrm>
          <a:prstGeom prst="rect">
            <a:avLst/>
          </a:prstGeom>
          <a:noFill/>
          <a:ln>
            <a:noFill/>
          </a:ln>
        </p:spPr>
        <p:txBody>
          <a:bodyPr spcFirstLastPara="1" wrap="square" lIns="91425" tIns="91425" rIns="91425" bIns="91425" anchor="t" anchorCtr="0">
            <a:noAutofit/>
          </a:bodyPr>
          <a:lstStyle/>
          <a:p>
            <a:pPr marL="0" lvl="0" indent="0" algn="l" rtl="0">
              <a:spcBef>
                <a:spcPts val="1800"/>
              </a:spcBef>
              <a:spcAft>
                <a:spcPts val="0"/>
              </a:spcAft>
              <a:buClr>
                <a:schemeClr val="dk1"/>
              </a:buClr>
              <a:buSzPts val="1100"/>
              <a:buFont typeface="Arial"/>
              <a:buNone/>
            </a:pPr>
            <a:r>
              <a:rPr lang="en" sz="1700" b="1">
                <a:solidFill>
                  <a:srgbClr val="434343"/>
                </a:solidFill>
              </a:rPr>
              <a:t>Getting JSON Data</a:t>
            </a:r>
            <a:endParaRPr sz="1700" b="1">
              <a:solidFill>
                <a:srgbClr val="434343"/>
              </a:solidFill>
            </a:endParaRPr>
          </a:p>
          <a:p>
            <a:pPr marL="0" lvl="0" indent="0" algn="l" rtl="0">
              <a:spcBef>
                <a:spcPts val="1800"/>
              </a:spcBef>
              <a:spcAft>
                <a:spcPts val="0"/>
              </a:spcAft>
              <a:buClr>
                <a:schemeClr val="dk1"/>
              </a:buClr>
              <a:buSzPts val="1100"/>
              <a:buFont typeface="Arial"/>
              <a:buNone/>
            </a:pPr>
            <a:r>
              <a:rPr lang="en" sz="1700" b="1">
                <a:solidFill>
                  <a:srgbClr val="434343"/>
                </a:solidFill>
              </a:rPr>
              <a:t>...</a:t>
            </a:r>
            <a:endParaRPr sz="1700" b="1">
              <a:solidFill>
                <a:srgbClr val="434343"/>
              </a:solidFill>
            </a:endParaRPr>
          </a:p>
          <a:p>
            <a:pPr marL="0" lvl="0" indent="0" algn="l" rtl="0">
              <a:spcBef>
                <a:spcPts val="1800"/>
              </a:spcBef>
              <a:spcAft>
                <a:spcPts val="0"/>
              </a:spcAft>
              <a:buClr>
                <a:schemeClr val="dk1"/>
              </a:buClr>
              <a:buSzPts val="1100"/>
              <a:buFont typeface="Arial"/>
              <a:buNone/>
            </a:pPr>
            <a:endParaRPr sz="1700" b="1">
              <a:solidFill>
                <a:srgbClr val="434343"/>
              </a:solidFill>
            </a:endParaRPr>
          </a:p>
          <a:p>
            <a:pPr marL="0" marR="0" lvl="0" indent="0" algn="l" rtl="0">
              <a:lnSpc>
                <a:spcPct val="115000"/>
              </a:lnSpc>
              <a:spcBef>
                <a:spcPts val="1600"/>
              </a:spcBef>
              <a:spcAft>
                <a:spcPts val="0"/>
              </a:spcAft>
              <a:buNone/>
            </a:pPr>
            <a:endParaRPr sz="1800">
              <a:uFill>
                <a:noFill/>
              </a:uFill>
              <a:hlinkClick r:id="rId3"/>
            </a:endParaRPr>
          </a:p>
          <a:p>
            <a:pPr marL="342900" marR="0" lvl="0" indent="-342900" algn="l" rtl="0">
              <a:lnSpc>
                <a:spcPct val="115000"/>
              </a:lnSpc>
              <a:spcBef>
                <a:spcPts val="1600"/>
              </a:spcBef>
              <a:spcAft>
                <a:spcPts val="0"/>
              </a:spcAft>
              <a:buClr>
                <a:schemeClr val="dk2"/>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45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D0C94"/>
        </a:solidFill>
        <a:effectLst/>
      </p:bgPr>
    </p:bg>
    <p:spTree>
      <p:nvGrpSpPr>
        <p:cNvPr id="1" name="Shape 121"/>
        <p:cNvGrpSpPr/>
        <p:nvPr/>
      </p:nvGrpSpPr>
      <p:grpSpPr>
        <a:xfrm>
          <a:off x="0" y="0"/>
          <a:ext cx="0" cy="0"/>
          <a:chOff x="0" y="0"/>
          <a:chExt cx="0" cy="0"/>
        </a:xfrm>
      </p:grpSpPr>
      <p:sp>
        <p:nvSpPr>
          <p:cNvPr id="122" name="Google Shape;122;p8"/>
          <p:cNvSpPr txBox="1">
            <a:spLocks noGrp="1"/>
          </p:cNvSpPr>
          <p:nvPr>
            <p:ph type="title"/>
          </p:nvPr>
        </p:nvSpPr>
        <p:spPr>
          <a:xfrm>
            <a:off x="323528" y="1923678"/>
            <a:ext cx="8520599" cy="572699"/>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750"/>
              <a:buFont typeface="Arial"/>
              <a:buNone/>
            </a:pPr>
            <a:r>
              <a:rPr lang="en" sz="3000" b="1">
                <a:solidFill>
                  <a:srgbClr val="FFFFFF"/>
                </a:solidFill>
              </a:rPr>
              <a:t>json</a:t>
            </a:r>
            <a:endParaRPr sz="3000" b="1" i="0" u="none" strike="noStrike" cap="none">
              <a:solidFill>
                <a:srgbClr val="FFFFFF"/>
              </a:solidFill>
              <a:latin typeface="Arial"/>
              <a:ea typeface="Arial"/>
              <a:cs typeface="Arial"/>
              <a:sym typeface="Arial"/>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p:nvPr/>
        </p:nvSpPr>
        <p:spPr>
          <a:xfrm>
            <a:off x="0" y="0"/>
            <a:ext cx="9144000" cy="764399"/>
          </a:xfrm>
          <a:prstGeom prst="rect">
            <a:avLst/>
          </a:prstGeom>
          <a:solidFill>
            <a:srgbClr val="7D0C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9"/>
          <p:cNvSpPr txBox="1"/>
          <p:nvPr/>
        </p:nvSpPr>
        <p:spPr>
          <a:xfrm>
            <a:off x="0" y="57950"/>
            <a:ext cx="6805500" cy="687300"/>
          </a:xfrm>
          <a:prstGeom prst="rect">
            <a:avLst/>
          </a:prstGeom>
          <a:solidFill>
            <a:srgbClr val="7D0C94"/>
          </a:solidFill>
          <a:ln>
            <a:noFill/>
          </a:ln>
        </p:spPr>
        <p:txBody>
          <a:bodyPr spcFirstLastPara="1" wrap="square" lIns="91425" tIns="91425" rIns="91425" bIns="91425" anchor="b" anchorCtr="0">
            <a:noAutofit/>
          </a:bodyPr>
          <a:lstStyle/>
          <a:p>
            <a:pPr marL="0" marR="0" lvl="0" indent="381000" algn="l" rtl="0">
              <a:lnSpc>
                <a:spcPct val="115000"/>
              </a:lnSpc>
              <a:spcBef>
                <a:spcPts val="0"/>
              </a:spcBef>
              <a:spcAft>
                <a:spcPts val="0"/>
              </a:spcAft>
              <a:buClr>
                <a:schemeClr val="dk1"/>
              </a:buClr>
              <a:buSzPts val="600"/>
              <a:buFont typeface="Arial"/>
              <a:buNone/>
            </a:pPr>
            <a:r>
              <a:rPr lang="en" sz="2400" b="1">
                <a:solidFill>
                  <a:srgbClr val="FFFFFF"/>
                </a:solidFill>
              </a:rPr>
              <a:t>json</a:t>
            </a:r>
            <a:endParaRPr/>
          </a:p>
        </p:txBody>
      </p:sp>
      <p:sp>
        <p:nvSpPr>
          <p:cNvPr id="129" name="Google Shape;129;p9"/>
          <p:cNvSpPr txBox="1">
            <a:spLocks noGrp="1"/>
          </p:cNvSpPr>
          <p:nvPr>
            <p:ph type="title"/>
          </p:nvPr>
        </p:nvSpPr>
        <p:spPr>
          <a:xfrm>
            <a:off x="469252" y="1022773"/>
            <a:ext cx="8135195" cy="4090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100"/>
              <a:buFont typeface="Arial"/>
              <a:buNone/>
            </a:pPr>
            <a:r>
              <a:rPr lang="en" sz="1400" b="1">
                <a:solidFill>
                  <a:srgbClr val="434343"/>
                </a:solidFill>
              </a:rPr>
              <a:t>JavaScript Object Notation</a:t>
            </a:r>
            <a:r>
              <a:rPr lang="en" sz="1400">
                <a:solidFill>
                  <a:srgbClr val="434343"/>
                </a:solidFill>
              </a:rPr>
              <a:t> (</a:t>
            </a:r>
            <a:r>
              <a:rPr lang="en" sz="1400" b="1">
                <a:solidFill>
                  <a:srgbClr val="434343"/>
                </a:solidFill>
              </a:rPr>
              <a:t>JSON</a:t>
            </a:r>
            <a:r>
              <a:rPr lang="en" sz="1400">
                <a:solidFill>
                  <a:srgbClr val="434343"/>
                </a:solidFill>
              </a:rPr>
              <a:t>) </a:t>
            </a:r>
            <a:endParaRPr sz="1400">
              <a:solidFill>
                <a:srgbClr val="434343"/>
              </a:solidFill>
            </a:endParaRPr>
          </a:p>
          <a:p>
            <a:pPr marL="0" marR="0" lvl="0" indent="0" algn="l" rtl="0">
              <a:lnSpc>
                <a:spcPct val="100000"/>
              </a:lnSpc>
              <a:spcBef>
                <a:spcPts val="0"/>
              </a:spcBef>
              <a:spcAft>
                <a:spcPts val="0"/>
              </a:spcAft>
              <a:buClr>
                <a:schemeClr val="dk1"/>
              </a:buClr>
              <a:buSzPts val="1100"/>
              <a:buFont typeface="Arial"/>
              <a:buNone/>
            </a:pPr>
            <a:r>
              <a:rPr lang="en" sz="1400">
                <a:solidFill>
                  <a:srgbClr val="434343"/>
                </a:solidFill>
              </a:rPr>
              <a:t>(</a:t>
            </a:r>
            <a:r>
              <a:rPr lang="en" sz="1400" u="sng">
                <a:solidFill>
                  <a:srgbClr val="434343"/>
                </a:solidFill>
                <a:hlinkClick r:id="rId3"/>
              </a:rPr>
              <a:t>/ˈdʒeɪsən/</a:t>
            </a:r>
            <a:r>
              <a:rPr lang="en" sz="1400">
                <a:solidFill>
                  <a:srgbClr val="434343"/>
                </a:solidFill>
              </a:rPr>
              <a:t> ) </a:t>
            </a:r>
            <a:endParaRPr sz="1400">
              <a:solidFill>
                <a:srgbClr val="434343"/>
              </a:solidFill>
            </a:endParaRPr>
          </a:p>
          <a:p>
            <a:pPr marL="0" marR="0" lvl="0" indent="0" algn="l" rtl="0">
              <a:lnSpc>
                <a:spcPct val="100000"/>
              </a:lnSpc>
              <a:spcBef>
                <a:spcPts val="0"/>
              </a:spcBef>
              <a:spcAft>
                <a:spcPts val="0"/>
              </a:spcAft>
              <a:buClr>
                <a:schemeClr val="dk1"/>
              </a:buClr>
              <a:buSzPts val="1100"/>
              <a:buFont typeface="Arial"/>
              <a:buNone/>
            </a:pPr>
            <a:r>
              <a:rPr lang="en" sz="1400">
                <a:solidFill>
                  <a:srgbClr val="434343"/>
                </a:solidFill>
              </a:rPr>
              <a:t>is an</a:t>
            </a:r>
            <a:r>
              <a:rPr lang="en" sz="1400">
                <a:solidFill>
                  <a:srgbClr val="434343"/>
                </a:solidFill>
                <a:uFill>
                  <a:noFill/>
                </a:uFill>
                <a:hlinkClick r:id="rId4"/>
              </a:rPr>
              <a:t> </a:t>
            </a:r>
            <a:r>
              <a:rPr lang="en" sz="1400" u="sng">
                <a:solidFill>
                  <a:srgbClr val="434343"/>
                </a:solidFill>
                <a:hlinkClick r:id="rId4"/>
              </a:rPr>
              <a:t>open-standard</a:t>
            </a:r>
            <a:r>
              <a:rPr lang="en" sz="1400">
                <a:solidFill>
                  <a:srgbClr val="434343"/>
                </a:solidFill>
                <a:uFill>
                  <a:noFill/>
                </a:uFill>
                <a:hlinkClick r:id="rId5"/>
              </a:rPr>
              <a:t> </a:t>
            </a:r>
            <a:r>
              <a:rPr lang="en" sz="1400" u="sng">
                <a:solidFill>
                  <a:srgbClr val="434343"/>
                </a:solidFill>
                <a:hlinkClick r:id="rId5"/>
              </a:rPr>
              <a:t>file format</a:t>
            </a:r>
            <a:r>
              <a:rPr lang="en" sz="1400">
                <a:solidFill>
                  <a:srgbClr val="434343"/>
                </a:solidFill>
              </a:rPr>
              <a:t> that uses</a:t>
            </a:r>
            <a:r>
              <a:rPr lang="en" sz="1400">
                <a:solidFill>
                  <a:srgbClr val="434343"/>
                </a:solidFill>
                <a:uFill>
                  <a:noFill/>
                </a:uFill>
                <a:hlinkClick r:id="rId6"/>
              </a:rPr>
              <a:t> </a:t>
            </a:r>
            <a:r>
              <a:rPr lang="en" sz="1400" u="sng">
                <a:solidFill>
                  <a:srgbClr val="434343"/>
                </a:solidFill>
                <a:hlinkClick r:id="rId6"/>
              </a:rPr>
              <a:t>human-readable</a:t>
            </a:r>
            <a:r>
              <a:rPr lang="en" sz="1400">
                <a:solidFill>
                  <a:srgbClr val="434343"/>
                </a:solidFill>
              </a:rPr>
              <a:t> text to transmit data objects consisting of</a:t>
            </a:r>
            <a:r>
              <a:rPr lang="en" sz="1400">
                <a:solidFill>
                  <a:srgbClr val="434343"/>
                </a:solidFill>
                <a:uFill>
                  <a:noFill/>
                </a:uFill>
                <a:hlinkClick r:id="rId7"/>
              </a:rPr>
              <a:t> </a:t>
            </a:r>
            <a:r>
              <a:rPr lang="en" sz="1400" u="sng">
                <a:solidFill>
                  <a:srgbClr val="434343"/>
                </a:solidFill>
                <a:hlinkClick r:id="rId7"/>
              </a:rPr>
              <a:t>attribute–value pairs</a:t>
            </a:r>
            <a:r>
              <a:rPr lang="en" sz="1400">
                <a:solidFill>
                  <a:srgbClr val="434343"/>
                </a:solidFill>
              </a:rPr>
              <a:t> and</a:t>
            </a:r>
            <a:r>
              <a:rPr lang="en" sz="1400">
                <a:solidFill>
                  <a:srgbClr val="434343"/>
                </a:solidFill>
                <a:uFill>
                  <a:noFill/>
                </a:uFill>
                <a:hlinkClick r:id="rId8"/>
              </a:rPr>
              <a:t> </a:t>
            </a:r>
            <a:r>
              <a:rPr lang="en" sz="1400" u="sng">
                <a:solidFill>
                  <a:srgbClr val="434343"/>
                </a:solidFill>
                <a:hlinkClick r:id="rId8"/>
              </a:rPr>
              <a:t>array data types</a:t>
            </a:r>
            <a:r>
              <a:rPr lang="en" sz="1400">
                <a:solidFill>
                  <a:srgbClr val="434343"/>
                </a:solidFill>
              </a:rPr>
              <a:t> (or any other</a:t>
            </a:r>
            <a:r>
              <a:rPr lang="en" sz="1400">
                <a:solidFill>
                  <a:srgbClr val="434343"/>
                </a:solidFill>
                <a:uFill>
                  <a:noFill/>
                </a:uFill>
                <a:hlinkClick r:id="rId9"/>
              </a:rPr>
              <a:t> </a:t>
            </a:r>
            <a:r>
              <a:rPr lang="en" sz="1400" u="sng">
                <a:solidFill>
                  <a:srgbClr val="434343"/>
                </a:solidFill>
                <a:hlinkClick r:id="rId9"/>
              </a:rPr>
              <a:t>serializable</a:t>
            </a:r>
            <a:r>
              <a:rPr lang="en" sz="1400">
                <a:solidFill>
                  <a:srgbClr val="434343"/>
                </a:solidFill>
              </a:rPr>
              <a:t> value). </a:t>
            </a:r>
            <a:endParaRPr sz="1400">
              <a:solidFill>
                <a:srgbClr val="434343"/>
              </a:solidFill>
            </a:endParaRPr>
          </a:p>
          <a:p>
            <a:pPr marL="0" marR="0" lvl="0" indent="0" algn="l" rtl="0">
              <a:lnSpc>
                <a:spcPct val="100000"/>
              </a:lnSpc>
              <a:spcBef>
                <a:spcPts val="0"/>
              </a:spcBef>
              <a:spcAft>
                <a:spcPts val="0"/>
              </a:spcAft>
              <a:buClr>
                <a:schemeClr val="dk1"/>
              </a:buClr>
              <a:buSzPts val="1100"/>
              <a:buFont typeface="Arial"/>
              <a:buNone/>
            </a:pPr>
            <a:endParaRPr sz="1400">
              <a:solidFill>
                <a:srgbClr val="434343"/>
              </a:solidFill>
            </a:endParaRPr>
          </a:p>
          <a:p>
            <a:pPr marL="0" marR="0" lvl="0" indent="0" algn="l" rtl="0">
              <a:lnSpc>
                <a:spcPct val="100000"/>
              </a:lnSpc>
              <a:spcBef>
                <a:spcPts val="0"/>
              </a:spcBef>
              <a:spcAft>
                <a:spcPts val="0"/>
              </a:spcAft>
              <a:buClr>
                <a:schemeClr val="dk1"/>
              </a:buClr>
              <a:buSzPts val="1100"/>
              <a:buFont typeface="Arial"/>
              <a:buNone/>
            </a:pPr>
            <a:r>
              <a:rPr lang="en" sz="1400">
                <a:solidFill>
                  <a:srgbClr val="434343"/>
                </a:solidFill>
              </a:rPr>
              <a:t>It is a very common</a:t>
            </a:r>
            <a:r>
              <a:rPr lang="en" sz="1400">
                <a:solidFill>
                  <a:srgbClr val="434343"/>
                </a:solidFill>
                <a:uFill>
                  <a:noFill/>
                </a:uFill>
                <a:hlinkClick r:id="rId10"/>
              </a:rPr>
              <a:t> </a:t>
            </a:r>
            <a:r>
              <a:rPr lang="en" sz="1400" u="sng">
                <a:solidFill>
                  <a:srgbClr val="434343"/>
                </a:solidFill>
                <a:hlinkClick r:id="rId10"/>
              </a:rPr>
              <a:t>data</a:t>
            </a:r>
            <a:r>
              <a:rPr lang="en" sz="1400">
                <a:solidFill>
                  <a:srgbClr val="434343"/>
                </a:solidFill>
              </a:rPr>
              <a:t> format used for</a:t>
            </a:r>
            <a:r>
              <a:rPr lang="en" sz="1400">
                <a:solidFill>
                  <a:srgbClr val="434343"/>
                </a:solidFill>
                <a:uFill>
                  <a:noFill/>
                </a:uFill>
                <a:hlinkClick r:id="rId11"/>
              </a:rPr>
              <a:t> </a:t>
            </a:r>
            <a:r>
              <a:rPr lang="en" sz="1400" u="sng">
                <a:solidFill>
                  <a:srgbClr val="434343"/>
                </a:solidFill>
                <a:hlinkClick r:id="rId11"/>
              </a:rPr>
              <a:t>asynchronous</a:t>
            </a:r>
            <a:r>
              <a:rPr lang="en" sz="1400">
                <a:solidFill>
                  <a:srgbClr val="434343"/>
                </a:solidFill>
              </a:rPr>
              <a:t> browser–server communication /</a:t>
            </a:r>
            <a:r>
              <a:rPr lang="en" sz="1400" u="sng">
                <a:solidFill>
                  <a:srgbClr val="434343"/>
                </a:solidFill>
                <a:hlinkClick r:id="rId12"/>
              </a:rPr>
              <a:t>AJAX</a:t>
            </a:r>
            <a:r>
              <a:rPr lang="en" sz="1400">
                <a:solidFill>
                  <a:srgbClr val="434343"/>
                </a:solidFill>
              </a:rPr>
              <a:t>-style systems/.</a:t>
            </a:r>
            <a:endParaRPr sz="1400">
              <a:solidFill>
                <a:srgbClr val="434343"/>
              </a:solidFill>
            </a:endParaRPr>
          </a:p>
          <a:p>
            <a:pPr marL="0" marR="0" lvl="0" indent="0" algn="l" rtl="0">
              <a:lnSpc>
                <a:spcPct val="100000"/>
              </a:lnSpc>
              <a:spcBef>
                <a:spcPts val="0"/>
              </a:spcBef>
              <a:spcAft>
                <a:spcPts val="0"/>
              </a:spcAft>
              <a:buClr>
                <a:schemeClr val="dk1"/>
              </a:buClr>
              <a:buSzPts val="1100"/>
              <a:buFont typeface="Arial"/>
              <a:buNone/>
            </a:pPr>
            <a:endParaRPr sz="1400">
              <a:solidFill>
                <a:srgbClr val="434343"/>
              </a:solidFill>
              <a:uFill>
                <a:noFill/>
              </a:uFill>
              <a:hlinkClick r:id="rId13"/>
            </a:endParaRPr>
          </a:p>
          <a:p>
            <a:pPr marL="0" marR="0" lvl="0" indent="0" algn="l" rtl="0">
              <a:lnSpc>
                <a:spcPct val="100000"/>
              </a:lnSpc>
              <a:spcBef>
                <a:spcPts val="0"/>
              </a:spcBef>
              <a:spcAft>
                <a:spcPts val="0"/>
              </a:spcAft>
              <a:buClr>
                <a:schemeClr val="dk1"/>
              </a:buClr>
              <a:buSzPts val="1100"/>
              <a:buFont typeface="Arial"/>
              <a:buNone/>
            </a:pPr>
            <a:r>
              <a:rPr lang="en" sz="1400">
                <a:solidFill>
                  <a:srgbClr val="434343"/>
                </a:solidFill>
              </a:rPr>
              <a:t>JSON is a</a:t>
            </a:r>
            <a:r>
              <a:rPr lang="en" sz="1400">
                <a:solidFill>
                  <a:srgbClr val="434343"/>
                </a:solidFill>
                <a:uFill>
                  <a:noFill/>
                </a:uFill>
                <a:hlinkClick r:id="rId14"/>
              </a:rPr>
              <a:t> </a:t>
            </a:r>
            <a:r>
              <a:rPr lang="en" sz="1400" u="sng">
                <a:solidFill>
                  <a:srgbClr val="434343"/>
                </a:solidFill>
                <a:hlinkClick r:id="rId14"/>
              </a:rPr>
              <a:t>language-independent</a:t>
            </a:r>
            <a:r>
              <a:rPr lang="en" sz="1400">
                <a:solidFill>
                  <a:srgbClr val="434343"/>
                </a:solidFill>
              </a:rPr>
              <a:t> data format. </a:t>
            </a:r>
            <a:endParaRPr sz="1400">
              <a:solidFill>
                <a:srgbClr val="434343"/>
              </a:solidFill>
            </a:endParaRPr>
          </a:p>
          <a:p>
            <a:pPr marL="0" marR="0" lvl="0" indent="0" algn="l" rtl="0">
              <a:lnSpc>
                <a:spcPct val="100000"/>
              </a:lnSpc>
              <a:spcBef>
                <a:spcPts val="0"/>
              </a:spcBef>
              <a:spcAft>
                <a:spcPts val="0"/>
              </a:spcAft>
              <a:buClr>
                <a:schemeClr val="dk1"/>
              </a:buClr>
              <a:buSzPts val="1100"/>
              <a:buFont typeface="Arial"/>
              <a:buNone/>
            </a:pPr>
            <a:endParaRPr sz="1400">
              <a:solidFill>
                <a:srgbClr val="434343"/>
              </a:solidFill>
            </a:endParaRPr>
          </a:p>
          <a:p>
            <a:pPr marL="0" marR="0" lvl="0" indent="0" algn="l" rtl="0">
              <a:lnSpc>
                <a:spcPct val="100000"/>
              </a:lnSpc>
              <a:spcBef>
                <a:spcPts val="0"/>
              </a:spcBef>
              <a:spcAft>
                <a:spcPts val="0"/>
              </a:spcAft>
              <a:buClr>
                <a:schemeClr val="dk1"/>
              </a:buClr>
              <a:buSzPts val="1100"/>
              <a:buFont typeface="Arial"/>
              <a:buNone/>
            </a:pPr>
            <a:r>
              <a:rPr lang="en" sz="1400">
                <a:solidFill>
                  <a:srgbClr val="434343"/>
                </a:solidFill>
              </a:rPr>
              <a:t>It was derived from</a:t>
            </a:r>
            <a:r>
              <a:rPr lang="en" sz="1400">
                <a:solidFill>
                  <a:srgbClr val="434343"/>
                </a:solidFill>
                <a:uFill>
                  <a:noFill/>
                </a:uFill>
                <a:hlinkClick r:id="rId15"/>
              </a:rPr>
              <a:t> </a:t>
            </a:r>
            <a:r>
              <a:rPr lang="en" sz="1400" u="sng">
                <a:solidFill>
                  <a:srgbClr val="434343"/>
                </a:solidFill>
                <a:hlinkClick r:id="rId15"/>
              </a:rPr>
              <a:t>JavaScript</a:t>
            </a:r>
            <a:r>
              <a:rPr lang="en" sz="1400">
                <a:solidFill>
                  <a:srgbClr val="434343"/>
                </a:solidFill>
              </a:rPr>
              <a:t>, but as of 2017 many</a:t>
            </a:r>
            <a:r>
              <a:rPr lang="en" sz="1400">
                <a:solidFill>
                  <a:srgbClr val="434343"/>
                </a:solidFill>
                <a:uFill>
                  <a:noFill/>
                </a:uFill>
                <a:hlinkClick r:id="rId16"/>
              </a:rPr>
              <a:t> </a:t>
            </a:r>
            <a:r>
              <a:rPr lang="en" sz="1400" u="sng">
                <a:solidFill>
                  <a:srgbClr val="434343"/>
                </a:solidFill>
                <a:hlinkClick r:id="rId16"/>
              </a:rPr>
              <a:t>programming languages</a:t>
            </a:r>
            <a:r>
              <a:rPr lang="en" sz="1400">
                <a:solidFill>
                  <a:srgbClr val="434343"/>
                </a:solidFill>
              </a:rPr>
              <a:t> include code to generate and</a:t>
            </a:r>
            <a:r>
              <a:rPr lang="en" sz="1400">
                <a:solidFill>
                  <a:srgbClr val="434343"/>
                </a:solidFill>
                <a:uFill>
                  <a:noFill/>
                </a:uFill>
                <a:hlinkClick r:id="rId17"/>
              </a:rPr>
              <a:t> </a:t>
            </a:r>
            <a:r>
              <a:rPr lang="en" sz="1400" u="sng">
                <a:solidFill>
                  <a:srgbClr val="434343"/>
                </a:solidFill>
                <a:hlinkClick r:id="rId17"/>
              </a:rPr>
              <a:t>parse</a:t>
            </a:r>
            <a:r>
              <a:rPr lang="en" sz="1400">
                <a:solidFill>
                  <a:srgbClr val="434343"/>
                </a:solidFill>
              </a:rPr>
              <a:t> JSON-format data. </a:t>
            </a:r>
            <a:endParaRPr sz="1400">
              <a:solidFill>
                <a:srgbClr val="434343"/>
              </a:solidFill>
            </a:endParaRPr>
          </a:p>
          <a:p>
            <a:pPr marL="0" marR="0" lvl="0" indent="0" algn="l" rtl="0">
              <a:lnSpc>
                <a:spcPct val="100000"/>
              </a:lnSpc>
              <a:spcBef>
                <a:spcPts val="0"/>
              </a:spcBef>
              <a:spcAft>
                <a:spcPts val="0"/>
              </a:spcAft>
              <a:buClr>
                <a:schemeClr val="dk1"/>
              </a:buClr>
              <a:buSzPts val="1100"/>
              <a:buFont typeface="Arial"/>
              <a:buNone/>
            </a:pPr>
            <a:endParaRPr sz="1400">
              <a:solidFill>
                <a:srgbClr val="434343"/>
              </a:solidFill>
            </a:endParaRPr>
          </a:p>
          <a:p>
            <a:pPr marL="0" marR="0" lvl="0" indent="0" algn="l" rtl="0">
              <a:lnSpc>
                <a:spcPct val="100000"/>
              </a:lnSpc>
              <a:spcBef>
                <a:spcPts val="0"/>
              </a:spcBef>
              <a:spcAft>
                <a:spcPts val="0"/>
              </a:spcAft>
              <a:buClr>
                <a:schemeClr val="dk1"/>
              </a:buClr>
              <a:buSzPts val="1100"/>
              <a:buFont typeface="Arial"/>
              <a:buNone/>
            </a:pPr>
            <a:r>
              <a:rPr lang="en" sz="1400">
                <a:solidFill>
                  <a:srgbClr val="434343"/>
                </a:solidFill>
              </a:rPr>
              <a:t>The official Internet</a:t>
            </a:r>
            <a:r>
              <a:rPr lang="en" sz="1400">
                <a:solidFill>
                  <a:srgbClr val="434343"/>
                </a:solidFill>
                <a:uFill>
                  <a:noFill/>
                </a:uFill>
                <a:hlinkClick r:id="rId18"/>
              </a:rPr>
              <a:t> </a:t>
            </a:r>
            <a:r>
              <a:rPr lang="en" sz="1400" u="sng">
                <a:solidFill>
                  <a:srgbClr val="434343"/>
                </a:solidFill>
                <a:hlinkClick r:id="rId18"/>
              </a:rPr>
              <a:t>media type</a:t>
            </a:r>
            <a:r>
              <a:rPr lang="en" sz="1400">
                <a:solidFill>
                  <a:srgbClr val="434343"/>
                </a:solidFill>
              </a:rPr>
              <a:t> for JSON is </a:t>
            </a:r>
            <a:r>
              <a:rPr lang="en" sz="1400" b="1">
                <a:solidFill>
                  <a:srgbClr val="674EA7"/>
                </a:solidFill>
              </a:rPr>
              <a:t>application/json</a:t>
            </a:r>
            <a:r>
              <a:rPr lang="en" sz="1400">
                <a:solidFill>
                  <a:srgbClr val="434343"/>
                </a:solidFill>
              </a:rPr>
              <a:t>. </a:t>
            </a:r>
            <a:endParaRPr sz="1400">
              <a:solidFill>
                <a:srgbClr val="434343"/>
              </a:solidFill>
            </a:endParaRPr>
          </a:p>
          <a:p>
            <a:pPr marL="0" marR="0" lvl="0" indent="0" algn="l" rtl="0">
              <a:lnSpc>
                <a:spcPct val="100000"/>
              </a:lnSpc>
              <a:spcBef>
                <a:spcPts val="0"/>
              </a:spcBef>
              <a:spcAft>
                <a:spcPts val="0"/>
              </a:spcAft>
              <a:buClr>
                <a:schemeClr val="dk1"/>
              </a:buClr>
              <a:buSzPts val="1100"/>
              <a:buFont typeface="Arial"/>
              <a:buNone/>
            </a:pPr>
            <a:endParaRPr sz="1400">
              <a:solidFill>
                <a:srgbClr val="434343"/>
              </a:solidFill>
            </a:endParaRPr>
          </a:p>
          <a:p>
            <a:pPr marL="0" marR="0" lvl="0" indent="0" algn="l" rtl="0">
              <a:lnSpc>
                <a:spcPct val="100000"/>
              </a:lnSpc>
              <a:spcBef>
                <a:spcPts val="0"/>
              </a:spcBef>
              <a:spcAft>
                <a:spcPts val="0"/>
              </a:spcAft>
              <a:buClr>
                <a:schemeClr val="dk1"/>
              </a:buClr>
              <a:buSzPts val="1100"/>
              <a:buFont typeface="Arial"/>
              <a:buNone/>
            </a:pPr>
            <a:r>
              <a:rPr lang="en" sz="1400">
                <a:solidFill>
                  <a:srgbClr val="434343"/>
                </a:solidFill>
              </a:rPr>
              <a:t>JSON filenames use the extension .json.</a:t>
            </a:r>
            <a:endParaRPr sz="1400">
              <a:solidFill>
                <a:srgbClr val="434343"/>
              </a:solidFill>
            </a:endParaRPr>
          </a:p>
          <a:p>
            <a:pPr marL="0" marR="0" lvl="0" indent="0" algn="l" rtl="0">
              <a:lnSpc>
                <a:spcPct val="100000"/>
              </a:lnSpc>
              <a:spcBef>
                <a:spcPts val="0"/>
              </a:spcBef>
              <a:spcAft>
                <a:spcPts val="0"/>
              </a:spcAft>
              <a:buClr>
                <a:schemeClr val="dk1"/>
              </a:buClr>
              <a:buSzPts val="600"/>
              <a:buFont typeface="Arial"/>
              <a:buNone/>
            </a:pPr>
            <a:endParaRPr sz="2400"/>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5aed8a2594_0_9"/>
          <p:cNvSpPr/>
          <p:nvPr/>
        </p:nvSpPr>
        <p:spPr>
          <a:xfrm>
            <a:off x="0" y="0"/>
            <a:ext cx="9144000" cy="764400"/>
          </a:xfrm>
          <a:prstGeom prst="rect">
            <a:avLst/>
          </a:prstGeom>
          <a:solidFill>
            <a:srgbClr val="7D0C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g5aed8a2594_0_9"/>
          <p:cNvSpPr txBox="1"/>
          <p:nvPr/>
        </p:nvSpPr>
        <p:spPr>
          <a:xfrm>
            <a:off x="0" y="57950"/>
            <a:ext cx="6805500" cy="687300"/>
          </a:xfrm>
          <a:prstGeom prst="rect">
            <a:avLst/>
          </a:prstGeom>
          <a:solidFill>
            <a:srgbClr val="7D0C94"/>
          </a:solidFill>
          <a:ln>
            <a:noFill/>
          </a:ln>
        </p:spPr>
        <p:txBody>
          <a:bodyPr spcFirstLastPara="1" wrap="square" lIns="91425" tIns="91425" rIns="91425" bIns="91425" anchor="b" anchorCtr="0">
            <a:noAutofit/>
          </a:bodyPr>
          <a:lstStyle/>
          <a:p>
            <a:pPr marL="0" marR="0" lvl="0" indent="381000" algn="l" rtl="0">
              <a:lnSpc>
                <a:spcPct val="115000"/>
              </a:lnSpc>
              <a:spcBef>
                <a:spcPts val="0"/>
              </a:spcBef>
              <a:spcAft>
                <a:spcPts val="0"/>
              </a:spcAft>
              <a:buClr>
                <a:schemeClr val="dk1"/>
              </a:buClr>
              <a:buSzPts val="600"/>
              <a:buFont typeface="Arial"/>
              <a:buNone/>
            </a:pPr>
            <a:r>
              <a:rPr lang="en" sz="2400" b="1">
                <a:solidFill>
                  <a:srgbClr val="FFFFFF"/>
                </a:solidFill>
              </a:rPr>
              <a:t>json</a:t>
            </a:r>
            <a:endParaRPr/>
          </a:p>
        </p:txBody>
      </p:sp>
      <p:sp>
        <p:nvSpPr>
          <p:cNvPr id="136" name="Google Shape;136;g5aed8a2594_0_9"/>
          <p:cNvSpPr txBox="1">
            <a:spLocks noGrp="1"/>
          </p:cNvSpPr>
          <p:nvPr>
            <p:ph type="title"/>
          </p:nvPr>
        </p:nvSpPr>
        <p:spPr>
          <a:xfrm>
            <a:off x="469252" y="1022773"/>
            <a:ext cx="8135100" cy="4090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"firstName": "John",</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"lastName": "Smith",</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"age": 25,</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"address": {</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"streetAddress": "21 2nd Street",</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"city": "New York",</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"state": "NY",</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"postalCode": "10021"</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"phoneNumber": [</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"type": "home",</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"number": "212 555-1234"</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"type": "fax",</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"number": "646 555-4567"</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endParaRPr sz="1400" b="1">
              <a:solidFill>
                <a:srgbClr val="434343"/>
              </a:solidFill>
            </a:endParaRP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5aed8a2594_0_16"/>
          <p:cNvSpPr/>
          <p:nvPr/>
        </p:nvSpPr>
        <p:spPr>
          <a:xfrm>
            <a:off x="0" y="0"/>
            <a:ext cx="9144000" cy="764400"/>
          </a:xfrm>
          <a:prstGeom prst="rect">
            <a:avLst/>
          </a:prstGeom>
          <a:solidFill>
            <a:srgbClr val="7D0C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g5aed8a2594_0_16"/>
          <p:cNvSpPr txBox="1"/>
          <p:nvPr/>
        </p:nvSpPr>
        <p:spPr>
          <a:xfrm>
            <a:off x="0" y="57950"/>
            <a:ext cx="6805500" cy="687300"/>
          </a:xfrm>
          <a:prstGeom prst="rect">
            <a:avLst/>
          </a:prstGeom>
          <a:solidFill>
            <a:srgbClr val="7D0C94"/>
          </a:solidFill>
          <a:ln>
            <a:noFill/>
          </a:ln>
        </p:spPr>
        <p:txBody>
          <a:bodyPr spcFirstLastPara="1" wrap="square" lIns="91425" tIns="91425" rIns="91425" bIns="91425" anchor="b" anchorCtr="0">
            <a:noAutofit/>
          </a:bodyPr>
          <a:lstStyle/>
          <a:p>
            <a:pPr marL="0" marR="0" lvl="0" indent="381000" algn="l" rtl="0">
              <a:lnSpc>
                <a:spcPct val="115000"/>
              </a:lnSpc>
              <a:spcBef>
                <a:spcPts val="0"/>
              </a:spcBef>
              <a:spcAft>
                <a:spcPts val="0"/>
              </a:spcAft>
              <a:buClr>
                <a:schemeClr val="dk1"/>
              </a:buClr>
              <a:buSzPts val="600"/>
              <a:buFont typeface="Arial"/>
              <a:buNone/>
            </a:pPr>
            <a:r>
              <a:rPr lang="en" sz="2400" b="1">
                <a:solidFill>
                  <a:srgbClr val="FFFFFF"/>
                </a:solidFill>
              </a:rPr>
              <a:t>json</a:t>
            </a:r>
            <a:endParaRPr/>
          </a:p>
        </p:txBody>
      </p:sp>
      <p:sp>
        <p:nvSpPr>
          <p:cNvPr id="143" name="Google Shape;143;g5aed8a2594_0_16"/>
          <p:cNvSpPr txBox="1">
            <a:spLocks noGrp="1"/>
          </p:cNvSpPr>
          <p:nvPr>
            <p:ph type="title"/>
          </p:nvPr>
        </p:nvSpPr>
        <p:spPr>
          <a:xfrm>
            <a:off x="469252" y="1022773"/>
            <a:ext cx="8135100" cy="4090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"firstName": "John", "lastName": "Smith", "age": 25, "address": {"streetAddress": "21 2nd Street", "city": "New York",</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r>
              <a:rPr lang="en" sz="1100">
                <a:solidFill>
                  <a:srgbClr val="434343"/>
                </a:solidFill>
              </a:rPr>
              <a:t>  "state": "NY","postalCode": "10021" },"phoneNumber": [{ "type": "home", "number": "212 555-1234" }, { "type": "fax",    "number": "646 555-4567" } ]}</a:t>
            </a:r>
            <a:endParaRPr sz="1100">
              <a:solidFill>
                <a:srgbClr val="434343"/>
              </a:solidFill>
            </a:endParaRPr>
          </a:p>
          <a:p>
            <a:pPr marL="0" marR="0" lvl="0" indent="0" algn="l" rtl="0">
              <a:lnSpc>
                <a:spcPct val="100000"/>
              </a:lnSpc>
              <a:spcBef>
                <a:spcPts val="0"/>
              </a:spcBef>
              <a:spcAft>
                <a:spcPts val="0"/>
              </a:spcAft>
              <a:buClr>
                <a:schemeClr val="dk1"/>
              </a:buClr>
              <a:buSzPts val="600"/>
              <a:buFont typeface="Arial"/>
              <a:buNone/>
            </a:pPr>
            <a:endParaRPr sz="1400" b="1">
              <a:solidFill>
                <a:srgbClr val="434343"/>
              </a:solidFill>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5aed8a2594_0_31"/>
          <p:cNvSpPr/>
          <p:nvPr/>
        </p:nvSpPr>
        <p:spPr>
          <a:xfrm>
            <a:off x="0" y="0"/>
            <a:ext cx="9144000" cy="764400"/>
          </a:xfrm>
          <a:prstGeom prst="rect">
            <a:avLst/>
          </a:prstGeom>
          <a:solidFill>
            <a:srgbClr val="0D65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g5aed8a2594_0_31"/>
          <p:cNvSpPr txBox="1"/>
          <p:nvPr/>
        </p:nvSpPr>
        <p:spPr>
          <a:xfrm>
            <a:off x="0" y="57950"/>
            <a:ext cx="6805500" cy="687300"/>
          </a:xfrm>
          <a:prstGeom prst="rect">
            <a:avLst/>
          </a:prstGeom>
          <a:solidFill>
            <a:srgbClr val="0D65B5"/>
          </a:solidFill>
          <a:ln>
            <a:noFill/>
          </a:ln>
        </p:spPr>
        <p:txBody>
          <a:bodyPr spcFirstLastPara="1" wrap="square" lIns="91425" tIns="91425" rIns="91425" bIns="91425" anchor="b" anchorCtr="0">
            <a:noAutofit/>
          </a:bodyPr>
          <a:lstStyle/>
          <a:p>
            <a:pPr marL="0" marR="0" lvl="0" indent="381000" algn="l" rtl="0">
              <a:lnSpc>
                <a:spcPct val="115000"/>
              </a:lnSpc>
              <a:spcBef>
                <a:spcPts val="0"/>
              </a:spcBef>
              <a:spcAft>
                <a:spcPts val="0"/>
              </a:spcAft>
              <a:buClr>
                <a:schemeClr val="dk1"/>
              </a:buClr>
              <a:buSzPts val="600"/>
              <a:buFont typeface="Arial"/>
              <a:buNone/>
            </a:pPr>
            <a:r>
              <a:rPr lang="en" sz="2400" b="1">
                <a:solidFill>
                  <a:srgbClr val="FFFFFF"/>
                </a:solidFill>
              </a:rPr>
              <a:t>jQuery &amp; ajax</a:t>
            </a:r>
            <a:endParaRPr/>
          </a:p>
        </p:txBody>
      </p:sp>
      <p:sp>
        <p:nvSpPr>
          <p:cNvPr id="150" name="Google Shape;150;g5aed8a2594_0_31"/>
          <p:cNvSpPr txBox="1">
            <a:spLocks noGrp="1"/>
          </p:cNvSpPr>
          <p:nvPr>
            <p:ph type="body" idx="1"/>
          </p:nvPr>
        </p:nvSpPr>
        <p:spPr>
          <a:xfrm>
            <a:off x="311700" y="1152475"/>
            <a:ext cx="8341200" cy="3416400"/>
          </a:xfrm>
          <a:prstGeom prst="rect">
            <a:avLst/>
          </a:prstGeom>
          <a:noFill/>
          <a:ln>
            <a:noFill/>
          </a:ln>
        </p:spPr>
        <p:txBody>
          <a:bodyPr spcFirstLastPara="1" wrap="square" lIns="91425" tIns="91425" rIns="91425" bIns="91425" anchor="t" anchorCtr="0">
            <a:noAutofit/>
          </a:bodyPr>
          <a:lstStyle/>
          <a:p>
            <a:pPr marL="0" lvl="0" indent="0" algn="l" rtl="0">
              <a:spcBef>
                <a:spcPts val="1800"/>
              </a:spcBef>
              <a:spcAft>
                <a:spcPts val="0"/>
              </a:spcAft>
              <a:buClr>
                <a:schemeClr val="dk1"/>
              </a:buClr>
              <a:buSzPts val="1100"/>
              <a:buFont typeface="Arial"/>
              <a:buNone/>
            </a:pPr>
            <a:r>
              <a:rPr lang="en" sz="1700" b="1">
                <a:solidFill>
                  <a:srgbClr val="434343"/>
                </a:solidFill>
              </a:rPr>
              <a:t>Getting JSON Data</a:t>
            </a:r>
            <a:endParaRPr sz="1700" b="1">
              <a:solidFill>
                <a:srgbClr val="434343"/>
              </a:solidFill>
            </a:endParaRPr>
          </a:p>
          <a:p>
            <a:pPr marL="0" lvl="0" indent="0" algn="l" rtl="0">
              <a:spcBef>
                <a:spcPts val="1800"/>
              </a:spcBef>
              <a:spcAft>
                <a:spcPts val="0"/>
              </a:spcAft>
              <a:buClr>
                <a:schemeClr val="dk1"/>
              </a:buClr>
              <a:buSzPts val="1100"/>
              <a:buFont typeface="Arial"/>
              <a:buNone/>
            </a:pPr>
            <a:r>
              <a:rPr lang="en">
                <a:solidFill>
                  <a:schemeClr val="dk1"/>
                </a:solidFill>
              </a:rPr>
              <a:t>There would be a situation when server would return JSON string against your request. </a:t>
            </a:r>
            <a:endParaRPr>
              <a:solidFill>
                <a:schemeClr val="dk1"/>
              </a:solidFill>
            </a:endParaRPr>
          </a:p>
          <a:p>
            <a:pPr marL="0" lvl="0" indent="0" algn="l" rtl="0">
              <a:spcBef>
                <a:spcPts val="1800"/>
              </a:spcBef>
              <a:spcAft>
                <a:spcPts val="0"/>
              </a:spcAft>
              <a:buClr>
                <a:schemeClr val="dk1"/>
              </a:buClr>
              <a:buSzPts val="1100"/>
              <a:buFont typeface="Arial"/>
              <a:buNone/>
            </a:pPr>
            <a:r>
              <a:rPr lang="en">
                <a:solidFill>
                  <a:schemeClr val="dk1"/>
                </a:solidFill>
              </a:rPr>
              <a:t>JQuery utility function </a:t>
            </a:r>
            <a:r>
              <a:rPr lang="en" b="1">
                <a:solidFill>
                  <a:schemeClr val="dk1"/>
                </a:solidFill>
              </a:rPr>
              <a:t>getJSON()</a:t>
            </a:r>
            <a:r>
              <a:rPr lang="en">
                <a:solidFill>
                  <a:schemeClr val="dk1"/>
                </a:solidFill>
              </a:rPr>
              <a:t> parses the returned JSON string and makes the resulting string available to the callback function as first parameter to take further action.</a:t>
            </a:r>
            <a:endParaRPr b="1">
              <a:solidFill>
                <a:srgbClr val="434343"/>
              </a:solidFill>
            </a:endParaRPr>
          </a:p>
          <a:p>
            <a:pPr marL="0" lvl="0" indent="0" algn="l" rtl="0">
              <a:spcBef>
                <a:spcPts val="1800"/>
              </a:spcBef>
              <a:spcAft>
                <a:spcPts val="0"/>
              </a:spcAft>
              <a:buClr>
                <a:schemeClr val="dk1"/>
              </a:buClr>
              <a:buSzPts val="1100"/>
              <a:buFont typeface="Arial"/>
              <a:buNone/>
            </a:pPr>
            <a:endParaRPr b="1">
              <a:solidFill>
                <a:srgbClr val="434343"/>
              </a:solidFill>
            </a:endParaRPr>
          </a:p>
          <a:p>
            <a:pPr marL="0" marR="0" lvl="0" indent="0" algn="l" rtl="0">
              <a:lnSpc>
                <a:spcPct val="115000"/>
              </a:lnSpc>
              <a:spcBef>
                <a:spcPts val="1600"/>
              </a:spcBef>
              <a:spcAft>
                <a:spcPts val="0"/>
              </a:spcAft>
              <a:buNone/>
            </a:pPr>
            <a:endParaRPr sz="1800">
              <a:uFill>
                <a:noFill/>
              </a:uFill>
              <a:hlinkClick r:id="rId3"/>
            </a:endParaRPr>
          </a:p>
          <a:p>
            <a:pPr marL="342900" marR="0" lvl="0" indent="-342900" algn="l" rtl="0">
              <a:lnSpc>
                <a:spcPct val="115000"/>
              </a:lnSpc>
              <a:spcBef>
                <a:spcPts val="1600"/>
              </a:spcBef>
              <a:spcAft>
                <a:spcPts val="0"/>
              </a:spcAft>
              <a:buClr>
                <a:schemeClr val="dk2"/>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45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5aed8a2594_0_38"/>
          <p:cNvSpPr/>
          <p:nvPr/>
        </p:nvSpPr>
        <p:spPr>
          <a:xfrm>
            <a:off x="0" y="0"/>
            <a:ext cx="9144000" cy="764400"/>
          </a:xfrm>
          <a:prstGeom prst="rect">
            <a:avLst/>
          </a:prstGeom>
          <a:solidFill>
            <a:srgbClr val="0D65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g5aed8a2594_0_38"/>
          <p:cNvSpPr txBox="1"/>
          <p:nvPr/>
        </p:nvSpPr>
        <p:spPr>
          <a:xfrm>
            <a:off x="0" y="57950"/>
            <a:ext cx="6805500" cy="687300"/>
          </a:xfrm>
          <a:prstGeom prst="rect">
            <a:avLst/>
          </a:prstGeom>
          <a:solidFill>
            <a:srgbClr val="0D65B5"/>
          </a:solidFill>
          <a:ln>
            <a:noFill/>
          </a:ln>
        </p:spPr>
        <p:txBody>
          <a:bodyPr spcFirstLastPara="1" wrap="square" lIns="91425" tIns="91425" rIns="91425" bIns="91425" anchor="b" anchorCtr="0">
            <a:noAutofit/>
          </a:bodyPr>
          <a:lstStyle/>
          <a:p>
            <a:pPr marL="0" marR="0" lvl="0" indent="381000" algn="l" rtl="0">
              <a:lnSpc>
                <a:spcPct val="115000"/>
              </a:lnSpc>
              <a:spcBef>
                <a:spcPts val="0"/>
              </a:spcBef>
              <a:spcAft>
                <a:spcPts val="0"/>
              </a:spcAft>
              <a:buClr>
                <a:schemeClr val="dk1"/>
              </a:buClr>
              <a:buSzPts val="600"/>
              <a:buFont typeface="Arial"/>
              <a:buNone/>
            </a:pPr>
            <a:r>
              <a:rPr lang="en" sz="2400" b="1">
                <a:solidFill>
                  <a:srgbClr val="FFFFFF"/>
                </a:solidFill>
              </a:rPr>
              <a:t>jQuery &amp; ajax</a:t>
            </a:r>
            <a:endParaRPr/>
          </a:p>
        </p:txBody>
      </p:sp>
      <p:sp>
        <p:nvSpPr>
          <p:cNvPr id="157" name="Google Shape;157;g5aed8a2594_0_38"/>
          <p:cNvSpPr txBox="1">
            <a:spLocks noGrp="1"/>
          </p:cNvSpPr>
          <p:nvPr>
            <p:ph type="body" idx="1"/>
          </p:nvPr>
        </p:nvSpPr>
        <p:spPr>
          <a:xfrm>
            <a:off x="311700" y="1152475"/>
            <a:ext cx="8341200" cy="3416400"/>
          </a:xfrm>
          <a:prstGeom prst="rect">
            <a:avLst/>
          </a:prstGeom>
          <a:noFill/>
          <a:ln>
            <a:noFill/>
          </a:ln>
        </p:spPr>
        <p:txBody>
          <a:bodyPr spcFirstLastPara="1" wrap="square" lIns="91425" tIns="91425" rIns="91425" bIns="91425" anchor="t" anchorCtr="0">
            <a:noAutofit/>
          </a:bodyPr>
          <a:lstStyle/>
          <a:p>
            <a:pPr marL="0" lvl="0" indent="0" algn="l" rtl="0">
              <a:spcBef>
                <a:spcPts val="1800"/>
              </a:spcBef>
              <a:spcAft>
                <a:spcPts val="0"/>
              </a:spcAft>
              <a:buClr>
                <a:schemeClr val="dk1"/>
              </a:buClr>
              <a:buSzPts val="1100"/>
              <a:buFont typeface="Arial"/>
              <a:buNone/>
            </a:pPr>
            <a:r>
              <a:rPr lang="en" b="1">
                <a:solidFill>
                  <a:srgbClr val="1155CC"/>
                </a:solidFill>
              </a:rPr>
              <a:t>[selector].</a:t>
            </a:r>
            <a:r>
              <a:rPr lang="en">
                <a:solidFill>
                  <a:srgbClr val="1155CC"/>
                </a:solidFill>
              </a:rPr>
              <a:t>getJSON( URL, [data], [callback] );</a:t>
            </a:r>
            <a:endParaRPr>
              <a:solidFill>
                <a:srgbClr val="1155CC"/>
              </a:solidFill>
            </a:endParaRPr>
          </a:p>
          <a:p>
            <a:pPr marL="457200" lvl="0" indent="-317500" algn="l" rtl="0">
              <a:spcBef>
                <a:spcPts val="1200"/>
              </a:spcBef>
              <a:spcAft>
                <a:spcPts val="0"/>
              </a:spcAft>
              <a:buClr>
                <a:srgbClr val="434343"/>
              </a:buClr>
              <a:buSzPts val="1400"/>
              <a:buChar char="●"/>
            </a:pPr>
            <a:r>
              <a:rPr lang="en" b="1" i="1">
                <a:solidFill>
                  <a:srgbClr val="434343"/>
                </a:solidFill>
              </a:rPr>
              <a:t>URL</a:t>
            </a:r>
            <a:r>
              <a:rPr lang="en" i="1">
                <a:solidFill>
                  <a:srgbClr val="434343"/>
                </a:solidFill>
              </a:rPr>
              <a:t> − The URL of the server-side resource contacted via the GET method.</a:t>
            </a:r>
            <a:endParaRPr i="1">
              <a:solidFill>
                <a:srgbClr val="434343"/>
              </a:solidFill>
            </a:endParaRPr>
          </a:p>
          <a:p>
            <a:pPr marL="457200" lvl="0" indent="-317500" algn="l" rtl="0">
              <a:spcBef>
                <a:spcPts val="0"/>
              </a:spcBef>
              <a:spcAft>
                <a:spcPts val="0"/>
              </a:spcAft>
              <a:buClr>
                <a:srgbClr val="434343"/>
              </a:buClr>
              <a:buSzPts val="1400"/>
              <a:buChar char="●"/>
            </a:pPr>
            <a:r>
              <a:rPr lang="en" b="1" i="1">
                <a:solidFill>
                  <a:srgbClr val="434343"/>
                </a:solidFill>
              </a:rPr>
              <a:t>data</a:t>
            </a:r>
            <a:r>
              <a:rPr lang="en" i="1">
                <a:solidFill>
                  <a:srgbClr val="434343"/>
                </a:solidFill>
              </a:rPr>
              <a:t> − An object whose properties serve as the name/value pairs used to construct a query string to be appended to the URL, or a preformatted and encoded query string.</a:t>
            </a:r>
            <a:endParaRPr i="1">
              <a:solidFill>
                <a:srgbClr val="434343"/>
              </a:solidFill>
            </a:endParaRPr>
          </a:p>
          <a:p>
            <a:pPr marL="457200" lvl="0" indent="-317500" algn="l" rtl="0">
              <a:spcBef>
                <a:spcPts val="0"/>
              </a:spcBef>
              <a:spcAft>
                <a:spcPts val="0"/>
              </a:spcAft>
              <a:buClr>
                <a:srgbClr val="434343"/>
              </a:buClr>
              <a:buSzPts val="1400"/>
              <a:buChar char="●"/>
            </a:pPr>
            <a:r>
              <a:rPr lang="en" b="1" i="1">
                <a:solidFill>
                  <a:srgbClr val="434343"/>
                </a:solidFill>
              </a:rPr>
              <a:t>callback</a:t>
            </a:r>
            <a:r>
              <a:rPr lang="en" i="1">
                <a:solidFill>
                  <a:srgbClr val="434343"/>
                </a:solidFill>
              </a:rPr>
              <a:t> − A function invoked when the request completes. The data value resulting from digesting the response body as a JSON string is passed as the first parameter to this callback, and the status as the second.</a:t>
            </a:r>
            <a:endParaRPr i="1">
              <a:solidFill>
                <a:srgbClr val="434343"/>
              </a:solidFill>
            </a:endParaRPr>
          </a:p>
          <a:p>
            <a:pPr marL="0" lvl="0" indent="0" algn="l" rtl="0">
              <a:spcBef>
                <a:spcPts val="1800"/>
              </a:spcBef>
              <a:spcAft>
                <a:spcPts val="0"/>
              </a:spcAft>
              <a:buClr>
                <a:schemeClr val="dk1"/>
              </a:buClr>
              <a:buSzPts val="1100"/>
              <a:buFont typeface="Arial"/>
              <a:buNone/>
            </a:pPr>
            <a:endParaRPr b="1">
              <a:solidFill>
                <a:srgbClr val="434343"/>
              </a:solidFill>
            </a:endParaRPr>
          </a:p>
          <a:p>
            <a:pPr marL="0" lvl="0" indent="0" algn="l" rtl="0">
              <a:spcBef>
                <a:spcPts val="1800"/>
              </a:spcBef>
              <a:spcAft>
                <a:spcPts val="0"/>
              </a:spcAft>
              <a:buClr>
                <a:schemeClr val="dk1"/>
              </a:buClr>
              <a:buSzPts val="1100"/>
              <a:buFont typeface="Arial"/>
              <a:buNone/>
            </a:pPr>
            <a:endParaRPr b="1">
              <a:solidFill>
                <a:srgbClr val="434343"/>
              </a:solidFill>
            </a:endParaRPr>
          </a:p>
          <a:p>
            <a:pPr marL="0" marR="0" lvl="0" indent="0" algn="l" rtl="0">
              <a:lnSpc>
                <a:spcPct val="115000"/>
              </a:lnSpc>
              <a:spcBef>
                <a:spcPts val="1600"/>
              </a:spcBef>
              <a:spcAft>
                <a:spcPts val="0"/>
              </a:spcAft>
              <a:buNone/>
            </a:pPr>
            <a:endParaRPr sz="1800">
              <a:uFill>
                <a:noFill/>
              </a:uFill>
              <a:hlinkClick r:id="rId3"/>
            </a:endParaRPr>
          </a:p>
          <a:p>
            <a:pPr marL="342900" marR="0" lvl="0" indent="-342900" algn="l" rtl="0">
              <a:lnSpc>
                <a:spcPct val="115000"/>
              </a:lnSpc>
              <a:spcBef>
                <a:spcPts val="1600"/>
              </a:spcBef>
              <a:spcAft>
                <a:spcPts val="0"/>
              </a:spcAft>
              <a:buClr>
                <a:schemeClr val="dk2"/>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45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5aed8a2594_0_45"/>
          <p:cNvSpPr/>
          <p:nvPr/>
        </p:nvSpPr>
        <p:spPr>
          <a:xfrm>
            <a:off x="0" y="0"/>
            <a:ext cx="9144000" cy="764400"/>
          </a:xfrm>
          <a:prstGeom prst="rect">
            <a:avLst/>
          </a:prstGeom>
          <a:solidFill>
            <a:srgbClr val="0D65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g5aed8a2594_0_45"/>
          <p:cNvSpPr txBox="1"/>
          <p:nvPr/>
        </p:nvSpPr>
        <p:spPr>
          <a:xfrm>
            <a:off x="0" y="57950"/>
            <a:ext cx="6805500" cy="687300"/>
          </a:xfrm>
          <a:prstGeom prst="rect">
            <a:avLst/>
          </a:prstGeom>
          <a:solidFill>
            <a:srgbClr val="0D65B5"/>
          </a:solidFill>
          <a:ln>
            <a:noFill/>
          </a:ln>
        </p:spPr>
        <p:txBody>
          <a:bodyPr spcFirstLastPara="1" wrap="square" lIns="91425" tIns="91425" rIns="91425" bIns="91425" anchor="b" anchorCtr="0">
            <a:noAutofit/>
          </a:bodyPr>
          <a:lstStyle/>
          <a:p>
            <a:pPr marL="0" marR="0" lvl="0" indent="381000" algn="l" rtl="0">
              <a:lnSpc>
                <a:spcPct val="115000"/>
              </a:lnSpc>
              <a:spcBef>
                <a:spcPts val="0"/>
              </a:spcBef>
              <a:spcAft>
                <a:spcPts val="0"/>
              </a:spcAft>
              <a:buClr>
                <a:schemeClr val="dk1"/>
              </a:buClr>
              <a:buSzPts val="600"/>
              <a:buFont typeface="Arial"/>
              <a:buNone/>
            </a:pPr>
            <a:r>
              <a:rPr lang="en" sz="2400" b="1">
                <a:solidFill>
                  <a:srgbClr val="FFFFFF"/>
                </a:solidFill>
              </a:rPr>
              <a:t>jQuery &amp; ajax</a:t>
            </a:r>
            <a:endParaRPr/>
          </a:p>
        </p:txBody>
      </p:sp>
      <p:sp>
        <p:nvSpPr>
          <p:cNvPr id="164" name="Google Shape;164;g5aed8a2594_0_45"/>
          <p:cNvSpPr txBox="1">
            <a:spLocks noGrp="1"/>
          </p:cNvSpPr>
          <p:nvPr>
            <p:ph type="body" idx="1"/>
          </p:nvPr>
        </p:nvSpPr>
        <p:spPr>
          <a:xfrm>
            <a:off x="311700" y="1152475"/>
            <a:ext cx="8341200" cy="3416400"/>
          </a:xfrm>
          <a:prstGeom prst="rect">
            <a:avLst/>
          </a:prstGeom>
          <a:noFill/>
          <a:ln>
            <a:noFill/>
          </a:ln>
        </p:spPr>
        <p:txBody>
          <a:bodyPr spcFirstLastPara="1" wrap="square" lIns="91425" tIns="91425" rIns="91425" bIns="91425" anchor="t" anchorCtr="0">
            <a:noAutofit/>
          </a:bodyPr>
          <a:lstStyle/>
          <a:p>
            <a:pPr marL="0" lvl="0" indent="0" algn="l" rtl="0">
              <a:spcBef>
                <a:spcPts val="1800"/>
              </a:spcBef>
              <a:spcAft>
                <a:spcPts val="0"/>
              </a:spcAft>
              <a:buClr>
                <a:schemeClr val="dk1"/>
              </a:buClr>
              <a:buSzPts val="1100"/>
              <a:buFont typeface="Arial"/>
              <a:buNone/>
            </a:pPr>
            <a:r>
              <a:rPr lang="en" b="1">
                <a:solidFill>
                  <a:srgbClr val="434343"/>
                </a:solidFill>
              </a:rPr>
              <a:t>Passing Data to the Server</a:t>
            </a:r>
            <a:endParaRPr b="1">
              <a:solidFill>
                <a:srgbClr val="434343"/>
              </a:solidFill>
            </a:endParaRPr>
          </a:p>
          <a:p>
            <a:pPr marL="0" lvl="0" indent="0" algn="l" rtl="0">
              <a:spcBef>
                <a:spcPts val="400"/>
              </a:spcBef>
              <a:spcAft>
                <a:spcPts val="0"/>
              </a:spcAft>
              <a:buClr>
                <a:schemeClr val="dk1"/>
              </a:buClr>
              <a:buSzPts val="1100"/>
              <a:buFont typeface="Arial"/>
              <a:buNone/>
            </a:pPr>
            <a:endParaRPr>
              <a:solidFill>
                <a:srgbClr val="434343"/>
              </a:solidFill>
            </a:endParaRPr>
          </a:p>
          <a:p>
            <a:pPr marL="0" lvl="0" indent="0" algn="l" rtl="0">
              <a:spcBef>
                <a:spcPts val="0"/>
              </a:spcBef>
              <a:spcAft>
                <a:spcPts val="0"/>
              </a:spcAft>
              <a:buClr>
                <a:schemeClr val="dk1"/>
              </a:buClr>
              <a:buSzPts val="1100"/>
              <a:buFont typeface="Arial"/>
              <a:buNone/>
            </a:pPr>
            <a:r>
              <a:rPr lang="en">
                <a:solidFill>
                  <a:srgbClr val="434343"/>
                </a:solidFill>
              </a:rPr>
              <a:t>Many times you collect input from the user and you pass that input to the server for further processing. </a:t>
            </a:r>
            <a:endParaRPr>
              <a:solidFill>
                <a:srgbClr val="434343"/>
              </a:solidFill>
            </a:endParaRPr>
          </a:p>
          <a:p>
            <a:pPr marL="0" lvl="0" indent="0" algn="l" rtl="0">
              <a:spcBef>
                <a:spcPts val="0"/>
              </a:spcBef>
              <a:spcAft>
                <a:spcPts val="0"/>
              </a:spcAft>
              <a:buClr>
                <a:schemeClr val="dk1"/>
              </a:buClr>
              <a:buSzPts val="1100"/>
              <a:buFont typeface="Arial"/>
              <a:buNone/>
            </a:pPr>
            <a:endParaRPr>
              <a:solidFill>
                <a:srgbClr val="434343"/>
              </a:solidFill>
            </a:endParaRPr>
          </a:p>
          <a:p>
            <a:pPr marL="0" lvl="0" indent="0" algn="l" rtl="0">
              <a:spcBef>
                <a:spcPts val="0"/>
              </a:spcBef>
              <a:spcAft>
                <a:spcPts val="0"/>
              </a:spcAft>
              <a:buClr>
                <a:schemeClr val="dk1"/>
              </a:buClr>
              <a:buSzPts val="1100"/>
              <a:buFont typeface="Arial"/>
              <a:buNone/>
            </a:pPr>
            <a:r>
              <a:rPr lang="en">
                <a:solidFill>
                  <a:srgbClr val="434343"/>
                </a:solidFill>
              </a:rPr>
              <a:t>JQuery AJAX made it easy enough to pass collected data to the server using </a:t>
            </a:r>
            <a:r>
              <a:rPr lang="en" b="1">
                <a:solidFill>
                  <a:srgbClr val="434343"/>
                </a:solidFill>
              </a:rPr>
              <a:t>data</a:t>
            </a:r>
            <a:r>
              <a:rPr lang="en">
                <a:solidFill>
                  <a:srgbClr val="434343"/>
                </a:solidFill>
              </a:rPr>
              <a:t> parameter of any available Ajax method.</a:t>
            </a:r>
            <a:endParaRPr>
              <a:solidFill>
                <a:srgbClr val="434343"/>
              </a:solidFill>
            </a:endParaRPr>
          </a:p>
          <a:p>
            <a:pPr marL="0" lvl="0" indent="0" algn="l" rtl="0">
              <a:spcBef>
                <a:spcPts val="1800"/>
              </a:spcBef>
              <a:spcAft>
                <a:spcPts val="0"/>
              </a:spcAft>
              <a:buClr>
                <a:schemeClr val="dk1"/>
              </a:buClr>
              <a:buSzPts val="1100"/>
              <a:buFont typeface="Arial"/>
              <a:buNone/>
            </a:pPr>
            <a:endParaRPr b="1">
              <a:solidFill>
                <a:srgbClr val="1155CC"/>
              </a:solidFill>
            </a:endParaRPr>
          </a:p>
          <a:p>
            <a:pPr marL="0" marR="0" lvl="0" indent="0" algn="l" rtl="0">
              <a:lnSpc>
                <a:spcPct val="115000"/>
              </a:lnSpc>
              <a:spcBef>
                <a:spcPts val="1600"/>
              </a:spcBef>
              <a:spcAft>
                <a:spcPts val="0"/>
              </a:spcAft>
              <a:buNone/>
            </a:pPr>
            <a:endParaRPr sz="1800">
              <a:uFill>
                <a:noFill/>
              </a:uFill>
              <a:hlinkClick r:id="rId3"/>
            </a:endParaRPr>
          </a:p>
          <a:p>
            <a:pPr marL="342900" marR="0" lvl="0" indent="-342900" algn="l" rtl="0">
              <a:lnSpc>
                <a:spcPct val="115000"/>
              </a:lnSpc>
              <a:spcBef>
                <a:spcPts val="1600"/>
              </a:spcBef>
              <a:spcAft>
                <a:spcPts val="0"/>
              </a:spcAft>
              <a:buClr>
                <a:schemeClr val="dk2"/>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45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3AC71"/>
        </a:solidFill>
        <a:effectLst/>
      </p:bgPr>
    </p:bg>
    <p:spTree>
      <p:nvGrpSpPr>
        <p:cNvPr id="1" name="Shape 168"/>
        <p:cNvGrpSpPr/>
        <p:nvPr/>
      </p:nvGrpSpPr>
      <p:grpSpPr>
        <a:xfrm>
          <a:off x="0" y="0"/>
          <a:ext cx="0" cy="0"/>
          <a:chOff x="0" y="0"/>
          <a:chExt cx="0" cy="0"/>
        </a:xfrm>
      </p:grpSpPr>
      <p:sp>
        <p:nvSpPr>
          <p:cNvPr id="169" name="Google Shape;169;p10"/>
          <p:cNvSpPr txBox="1">
            <a:spLocks noGrp="1"/>
          </p:cNvSpPr>
          <p:nvPr>
            <p:ph type="title"/>
          </p:nvPr>
        </p:nvSpPr>
        <p:spPr>
          <a:xfrm>
            <a:off x="444650" y="1500025"/>
            <a:ext cx="8520599" cy="40139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750"/>
              <a:buFont typeface="Arial"/>
              <a:buNone/>
            </a:pPr>
            <a:r>
              <a:rPr lang="en" sz="3000" b="1">
                <a:solidFill>
                  <a:srgbClr val="FFFFFF"/>
                </a:solidFill>
              </a:rPr>
              <a:t>PHP &amp; json</a:t>
            </a:r>
            <a:endParaRPr/>
          </a:p>
          <a:p>
            <a:pPr marL="0" marR="0" lvl="0" indent="0" algn="l" rtl="0">
              <a:lnSpc>
                <a:spcPct val="115000"/>
              </a:lnSpc>
              <a:spcBef>
                <a:spcPts val="3000"/>
              </a:spcBef>
              <a:spcAft>
                <a:spcPts val="0"/>
              </a:spcAft>
              <a:buClr>
                <a:schemeClr val="dk1"/>
              </a:buClr>
              <a:buSzPts val="750"/>
              <a:buFont typeface="Arial"/>
              <a:buNone/>
            </a:pPr>
            <a:endParaRPr sz="3000" b="1" i="0" u="none" strike="noStrike" cap="none">
              <a:solidFill>
                <a:srgbClr val="FFFFFF"/>
              </a:solidFill>
              <a:latin typeface="Arial"/>
              <a:ea typeface="Arial"/>
              <a:cs typeface="Arial"/>
              <a:sym typeface="Arial"/>
            </a:endParaRPr>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1"/>
          <p:cNvSpPr/>
          <p:nvPr/>
        </p:nvSpPr>
        <p:spPr>
          <a:xfrm>
            <a:off x="0" y="0"/>
            <a:ext cx="9144000" cy="714899"/>
          </a:xfrm>
          <a:prstGeom prst="rect">
            <a:avLst/>
          </a:prstGeom>
          <a:solidFill>
            <a:srgbClr val="57BB8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11"/>
          <p:cNvSpPr txBox="1">
            <a:spLocks noGrp="1"/>
          </p:cNvSpPr>
          <p:nvPr>
            <p:ph type="body" idx="1"/>
          </p:nvPr>
        </p:nvSpPr>
        <p:spPr>
          <a:xfrm>
            <a:off x="311700" y="1152475"/>
            <a:ext cx="8341200" cy="3416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450"/>
              <a:buFont typeface="Arial"/>
              <a:buNone/>
            </a:pPr>
            <a:r>
              <a:rPr lang="en" sz="1800" u="sng">
                <a:solidFill>
                  <a:schemeClr val="hlink"/>
                </a:solidFill>
                <a:hlinkClick r:id="rId3"/>
              </a:rPr>
              <a:t>json_encode()</a:t>
            </a:r>
            <a:endParaRPr sz="1800" b="0" i="0" u="none" strike="noStrike" cap="none">
              <a:solidFill>
                <a:srgbClr val="434343"/>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45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2"/>
              </a:buClr>
              <a:buSzPts val="450"/>
              <a:buFont typeface="Arial"/>
              <a:buNone/>
            </a:pPr>
            <a:r>
              <a:rPr lang="en" sz="1800"/>
              <a:t>Returns the JSON representation of a value</a:t>
            </a:r>
            <a:endParaRPr sz="1800" b="0" i="0" u="none" strike="noStrike" cap="none">
              <a:solidFill>
                <a:schemeClr val="dk2"/>
              </a:solidFill>
              <a:latin typeface="Arial"/>
              <a:ea typeface="Arial"/>
              <a:cs typeface="Arial"/>
              <a:sym typeface="Arial"/>
            </a:endParaRPr>
          </a:p>
        </p:txBody>
      </p:sp>
      <p:sp>
        <p:nvSpPr>
          <p:cNvPr id="176" name="Google Shape;176;p11"/>
          <p:cNvSpPr txBox="1"/>
          <p:nvPr/>
        </p:nvSpPr>
        <p:spPr>
          <a:xfrm>
            <a:off x="428274" y="0"/>
            <a:ext cx="7384084" cy="714899"/>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FFFFFF"/>
              </a:buClr>
              <a:buSzPts val="600"/>
              <a:buFont typeface="Arial"/>
              <a:buNone/>
            </a:pPr>
            <a:r>
              <a:rPr lang="en" sz="2400" b="1">
                <a:solidFill>
                  <a:srgbClr val="FFFFFF"/>
                </a:solidFill>
              </a:rPr>
              <a:t>PHP &amp; json</a:t>
            </a:r>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5aed8a2594_0_23"/>
          <p:cNvSpPr/>
          <p:nvPr/>
        </p:nvSpPr>
        <p:spPr>
          <a:xfrm>
            <a:off x="0" y="0"/>
            <a:ext cx="9144000" cy="714900"/>
          </a:xfrm>
          <a:prstGeom prst="rect">
            <a:avLst/>
          </a:prstGeom>
          <a:solidFill>
            <a:srgbClr val="57BB8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g5aed8a2594_0_23"/>
          <p:cNvSpPr txBox="1">
            <a:spLocks noGrp="1"/>
          </p:cNvSpPr>
          <p:nvPr>
            <p:ph type="body" idx="1"/>
          </p:nvPr>
        </p:nvSpPr>
        <p:spPr>
          <a:xfrm>
            <a:off x="311700" y="1152475"/>
            <a:ext cx="8341200" cy="3416400"/>
          </a:xfrm>
          <a:prstGeom prst="rect">
            <a:avLst/>
          </a:prstGeom>
          <a:noFill/>
          <a:ln>
            <a:noFill/>
          </a:ln>
        </p:spPr>
        <p:txBody>
          <a:bodyPr spcFirstLastPara="1" wrap="square" lIns="91425" tIns="91425" rIns="91425" bIns="91425" anchor="t" anchorCtr="0">
            <a:noAutofit/>
          </a:bodyPr>
          <a:lstStyle/>
          <a:p>
            <a:pPr marL="0" lvl="0" indent="0" algn="l" rtl="0">
              <a:spcBef>
                <a:spcPts val="2400"/>
              </a:spcBef>
              <a:spcAft>
                <a:spcPts val="0"/>
              </a:spcAft>
              <a:buClr>
                <a:schemeClr val="dk1"/>
              </a:buClr>
              <a:buSzPts val="1100"/>
              <a:buFont typeface="Arial"/>
              <a:buNone/>
            </a:pPr>
            <a:r>
              <a:rPr lang="en" b="1" u="sng">
                <a:solidFill>
                  <a:schemeClr val="hlink"/>
                </a:solidFill>
                <a:hlinkClick r:id="rId3"/>
              </a:rPr>
              <a:t>json_decode()</a:t>
            </a:r>
            <a:endParaRPr b="1">
              <a:solidFill>
                <a:srgbClr val="434343"/>
              </a:solidFill>
            </a:endParaRPr>
          </a:p>
          <a:p>
            <a:pPr marL="0" marR="0" lvl="0" indent="0" algn="l" rtl="0">
              <a:lnSpc>
                <a:spcPct val="100000"/>
              </a:lnSpc>
              <a:spcBef>
                <a:spcPts val="600"/>
              </a:spcBef>
              <a:spcAft>
                <a:spcPts val="0"/>
              </a:spcAft>
              <a:buClr>
                <a:schemeClr val="dk2"/>
              </a:buClr>
              <a:buSzPts val="450"/>
              <a:buFont typeface="Arial"/>
              <a:buNone/>
            </a:pPr>
            <a:endParaRPr sz="1800">
              <a:solidFill>
                <a:srgbClr val="434343"/>
              </a:solidFill>
            </a:endParaRPr>
          </a:p>
          <a:p>
            <a:pPr marL="0" marR="0" lvl="0" indent="0" algn="l" rtl="0">
              <a:lnSpc>
                <a:spcPct val="100000"/>
              </a:lnSpc>
              <a:spcBef>
                <a:spcPts val="0"/>
              </a:spcBef>
              <a:spcAft>
                <a:spcPts val="0"/>
              </a:spcAft>
              <a:buClr>
                <a:schemeClr val="dk2"/>
              </a:buClr>
              <a:buSzPts val="450"/>
              <a:buFont typeface="Arial"/>
              <a:buNone/>
            </a:pPr>
            <a:endParaRPr sz="1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1800"/>
              <a:t>Decodes a JSON string</a:t>
            </a:r>
            <a:endParaRPr sz="1800"/>
          </a:p>
          <a:p>
            <a:pPr marL="0" marR="0" lvl="0" indent="0" algn="l" rtl="0">
              <a:lnSpc>
                <a:spcPct val="100000"/>
              </a:lnSpc>
              <a:spcBef>
                <a:spcPts val="0"/>
              </a:spcBef>
              <a:spcAft>
                <a:spcPts val="0"/>
              </a:spcAft>
              <a:buClr>
                <a:schemeClr val="dk2"/>
              </a:buClr>
              <a:buSzPts val="450"/>
              <a:buFont typeface="Arial"/>
              <a:buNone/>
            </a:pPr>
            <a:endParaRPr sz="1800"/>
          </a:p>
        </p:txBody>
      </p:sp>
      <p:sp>
        <p:nvSpPr>
          <p:cNvPr id="183" name="Google Shape;183;g5aed8a2594_0_23"/>
          <p:cNvSpPr txBox="1"/>
          <p:nvPr/>
        </p:nvSpPr>
        <p:spPr>
          <a:xfrm>
            <a:off x="428274" y="0"/>
            <a:ext cx="7384200" cy="714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FFFFFF"/>
              </a:buClr>
              <a:buSzPts val="600"/>
              <a:buFont typeface="Arial"/>
              <a:buNone/>
            </a:pPr>
            <a:r>
              <a:rPr lang="en" sz="2400" b="1">
                <a:solidFill>
                  <a:srgbClr val="FFFFFF"/>
                </a:solidFill>
              </a:rPr>
              <a:t>PHP &amp; json</a:t>
            </a:r>
            <a:endParaRPr/>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5aedd433f2_0_0"/>
          <p:cNvSpPr/>
          <p:nvPr/>
        </p:nvSpPr>
        <p:spPr>
          <a:xfrm>
            <a:off x="0" y="0"/>
            <a:ext cx="9144000" cy="764400"/>
          </a:xfrm>
          <a:prstGeom prst="rect">
            <a:avLst/>
          </a:prstGeom>
          <a:solidFill>
            <a:srgbClr val="0D65B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g5aedd433f2_0_0"/>
          <p:cNvSpPr txBox="1"/>
          <p:nvPr/>
        </p:nvSpPr>
        <p:spPr>
          <a:xfrm>
            <a:off x="0" y="57950"/>
            <a:ext cx="6805500" cy="687300"/>
          </a:xfrm>
          <a:prstGeom prst="rect">
            <a:avLst/>
          </a:prstGeom>
          <a:solidFill>
            <a:srgbClr val="0D65B5"/>
          </a:solidFill>
          <a:ln>
            <a:noFill/>
          </a:ln>
        </p:spPr>
        <p:txBody>
          <a:bodyPr spcFirstLastPara="1" wrap="square" lIns="91425" tIns="91425" rIns="91425" bIns="91425" anchor="b" anchorCtr="0">
            <a:noAutofit/>
          </a:bodyPr>
          <a:lstStyle/>
          <a:p>
            <a:pPr marL="0" marR="0" lvl="0" indent="381000" algn="l" rtl="0">
              <a:lnSpc>
                <a:spcPct val="115000"/>
              </a:lnSpc>
              <a:spcBef>
                <a:spcPts val="0"/>
              </a:spcBef>
              <a:spcAft>
                <a:spcPts val="0"/>
              </a:spcAft>
              <a:buClr>
                <a:schemeClr val="dk1"/>
              </a:buClr>
              <a:buSzPts val="600"/>
              <a:buFont typeface="Arial"/>
              <a:buNone/>
            </a:pPr>
            <a:r>
              <a:rPr lang="en" sz="2400" b="1">
                <a:solidFill>
                  <a:srgbClr val="FFFFFF"/>
                </a:solidFill>
              </a:rPr>
              <a:t>jQuery &amp; ajax</a:t>
            </a:r>
            <a:endParaRPr/>
          </a:p>
        </p:txBody>
      </p:sp>
      <p:sp>
        <p:nvSpPr>
          <p:cNvPr id="190" name="Google Shape;190;g5aedd433f2_0_0"/>
          <p:cNvSpPr txBox="1">
            <a:spLocks noGrp="1"/>
          </p:cNvSpPr>
          <p:nvPr>
            <p:ph type="body" idx="1"/>
          </p:nvPr>
        </p:nvSpPr>
        <p:spPr>
          <a:xfrm>
            <a:off x="311700" y="1152475"/>
            <a:ext cx="8341200" cy="3416400"/>
          </a:xfrm>
          <a:prstGeom prst="rect">
            <a:avLst/>
          </a:prstGeom>
          <a:noFill/>
          <a:ln>
            <a:noFill/>
          </a:ln>
        </p:spPr>
        <p:txBody>
          <a:bodyPr spcFirstLastPara="1" wrap="square" lIns="91425" tIns="91425" rIns="91425" bIns="91425" anchor="t" anchorCtr="0">
            <a:noAutofit/>
          </a:bodyPr>
          <a:lstStyle/>
          <a:p>
            <a:pPr marL="0" lvl="0" indent="0" algn="l" rtl="0">
              <a:spcBef>
                <a:spcPts val="1800"/>
              </a:spcBef>
              <a:spcAft>
                <a:spcPts val="0"/>
              </a:spcAft>
              <a:buClr>
                <a:schemeClr val="dk1"/>
              </a:buClr>
              <a:buSzPts val="1100"/>
              <a:buFont typeface="Arial"/>
              <a:buNone/>
            </a:pPr>
            <a:r>
              <a:rPr lang="en" sz="1700" b="1">
                <a:solidFill>
                  <a:srgbClr val="1155CC"/>
                </a:solidFill>
              </a:rPr>
              <a:t>$.ajax( url [, settings ] )</a:t>
            </a:r>
            <a:endParaRPr sz="1700" b="1">
              <a:solidFill>
                <a:srgbClr val="1155CC"/>
              </a:solidFill>
            </a:endParaRPr>
          </a:p>
          <a:p>
            <a:pPr marL="0" lvl="0" indent="0" algn="l" rtl="0">
              <a:spcBef>
                <a:spcPts val="1800"/>
              </a:spcBef>
              <a:spcAft>
                <a:spcPts val="0"/>
              </a:spcAft>
              <a:buClr>
                <a:schemeClr val="dk1"/>
              </a:buClr>
              <a:buSzPts val="1100"/>
              <a:buFont typeface="Arial"/>
              <a:buNone/>
            </a:pPr>
            <a:endParaRPr sz="1700" b="1">
              <a:solidFill>
                <a:srgbClr val="1155CC"/>
              </a:solidFill>
            </a:endParaRPr>
          </a:p>
          <a:p>
            <a:pPr marL="0" lvl="0" indent="0" algn="l" rtl="0">
              <a:spcBef>
                <a:spcPts val="1800"/>
              </a:spcBef>
              <a:spcAft>
                <a:spcPts val="0"/>
              </a:spcAft>
              <a:buClr>
                <a:schemeClr val="dk1"/>
              </a:buClr>
              <a:buSzPts val="1100"/>
              <a:buFont typeface="Arial"/>
              <a:buNone/>
            </a:pPr>
            <a:r>
              <a:rPr lang="en" sz="1700" u="sng">
                <a:solidFill>
                  <a:schemeClr val="hlink"/>
                </a:solidFill>
                <a:hlinkClick r:id="rId3"/>
              </a:rPr>
              <a:t>http://api.jquery.com/jquery.ajax/</a:t>
            </a:r>
            <a:endParaRPr sz="1700">
              <a:solidFill>
                <a:srgbClr val="666666"/>
              </a:solidFill>
            </a:endParaRPr>
          </a:p>
          <a:p>
            <a:pPr marL="0" lvl="0" indent="0" algn="l" rtl="0">
              <a:spcBef>
                <a:spcPts val="1800"/>
              </a:spcBef>
              <a:spcAft>
                <a:spcPts val="0"/>
              </a:spcAft>
              <a:buClr>
                <a:schemeClr val="dk1"/>
              </a:buClr>
              <a:buSzPts val="1100"/>
              <a:buFont typeface="Arial"/>
              <a:buNone/>
            </a:pPr>
            <a:r>
              <a:rPr lang="en" sz="1700">
                <a:solidFill>
                  <a:srgbClr val="666666"/>
                </a:solidFill>
              </a:rPr>
              <a:t>Demo-&gt;</a:t>
            </a:r>
            <a:endParaRPr sz="1700">
              <a:solidFill>
                <a:srgbClr val="666666"/>
              </a:solidFill>
            </a:endParaRPr>
          </a:p>
          <a:p>
            <a:pPr marL="0" lvl="0" indent="0" algn="l" rtl="0">
              <a:spcBef>
                <a:spcPts val="400"/>
              </a:spcBef>
              <a:spcAft>
                <a:spcPts val="0"/>
              </a:spcAft>
              <a:buClr>
                <a:schemeClr val="dk1"/>
              </a:buClr>
              <a:buSzPts val="1100"/>
              <a:buFont typeface="Arial"/>
              <a:buNone/>
            </a:pPr>
            <a:endParaRPr b="1">
              <a:solidFill>
                <a:srgbClr val="1155CC"/>
              </a:solidFill>
            </a:endParaRPr>
          </a:p>
          <a:p>
            <a:pPr marL="0" lvl="0" indent="0" algn="l" rtl="0">
              <a:spcBef>
                <a:spcPts val="1800"/>
              </a:spcBef>
              <a:spcAft>
                <a:spcPts val="0"/>
              </a:spcAft>
              <a:buClr>
                <a:schemeClr val="dk1"/>
              </a:buClr>
              <a:buSzPts val="1100"/>
              <a:buFont typeface="Arial"/>
              <a:buNone/>
            </a:pPr>
            <a:endParaRPr b="1">
              <a:solidFill>
                <a:srgbClr val="1155CC"/>
              </a:solidFill>
            </a:endParaRPr>
          </a:p>
          <a:p>
            <a:pPr marL="0" marR="0" lvl="0" indent="0" algn="l" rtl="0">
              <a:lnSpc>
                <a:spcPct val="115000"/>
              </a:lnSpc>
              <a:spcBef>
                <a:spcPts val="1600"/>
              </a:spcBef>
              <a:spcAft>
                <a:spcPts val="0"/>
              </a:spcAft>
              <a:buNone/>
            </a:pPr>
            <a:endParaRPr sz="1800">
              <a:solidFill>
                <a:srgbClr val="1155CC"/>
              </a:solidFill>
              <a:uFill>
                <a:noFill/>
              </a:uFill>
              <a:hlinkClick r:id="rId4"/>
            </a:endParaRPr>
          </a:p>
          <a:p>
            <a:pPr marL="342900" marR="0" lvl="0" indent="-342900" algn="l" rtl="0">
              <a:lnSpc>
                <a:spcPct val="115000"/>
              </a:lnSpc>
              <a:spcBef>
                <a:spcPts val="1600"/>
              </a:spcBef>
              <a:spcAft>
                <a:spcPts val="0"/>
              </a:spcAft>
              <a:buClr>
                <a:schemeClr val="dk2"/>
              </a:buClr>
              <a:buSzPts val="1800"/>
              <a:buFont typeface="Arial"/>
              <a:buNone/>
            </a:pPr>
            <a:endParaRPr sz="1800" b="0" i="0" u="none" strike="noStrike" cap="none">
              <a:solidFill>
                <a:srgbClr val="1155CC"/>
              </a:solidFill>
              <a:latin typeface="Arial"/>
              <a:ea typeface="Arial"/>
              <a:cs typeface="Arial"/>
              <a:sym typeface="Arial"/>
            </a:endParaRPr>
          </a:p>
          <a:p>
            <a:pPr marL="0" marR="0" lvl="0" indent="0" algn="l" rtl="0">
              <a:lnSpc>
                <a:spcPct val="115000"/>
              </a:lnSpc>
              <a:spcBef>
                <a:spcPts val="1600"/>
              </a:spcBef>
              <a:spcAft>
                <a:spcPts val="0"/>
              </a:spcAft>
              <a:buClr>
                <a:schemeClr val="dk2"/>
              </a:buClr>
              <a:buSzPts val="450"/>
              <a:buFont typeface="Arial"/>
              <a:buNone/>
            </a:pPr>
            <a:endParaRPr sz="1800" b="0" i="0" u="none" strike="noStrike" cap="none">
              <a:solidFill>
                <a:srgbClr val="1155CC"/>
              </a:solidFill>
              <a:latin typeface="Arial"/>
              <a:ea typeface="Arial"/>
              <a:cs typeface="Arial"/>
              <a:sym typeface="Arial"/>
            </a:endParaRPr>
          </a:p>
        </p:txBody>
      </p:sp>
    </p:spTree>
  </p:cSld>
  <p:clrMapOvr>
    <a:masterClrMapping/>
  </p:clrMapOvr>
  <p:transition spd="slow">
    <p:fade/>
  </p:transition>
</p:sld>
</file>

<file path=ppt/theme/theme1.xml><?xml version="1.0" encoding="utf-8"?>
<a:theme xmlns:a="http://schemas.openxmlformats.org/drawingml/2006/main"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857</Words>
  <Application>Microsoft Office PowerPoint</Application>
  <PresentationFormat>Презентация на цял екран (16:9)</PresentationFormat>
  <Paragraphs>122</Paragraphs>
  <Slides>20</Slides>
  <Notes>20</Notes>
  <HiddenSlides>0</HiddenSlides>
  <MMClips>0</MMClips>
  <ScaleCrop>false</ScaleCrop>
  <HeadingPairs>
    <vt:vector size="6" baseType="variant">
      <vt:variant>
        <vt:lpstr>Използвани шрифтове</vt:lpstr>
      </vt:variant>
      <vt:variant>
        <vt:i4>2</vt:i4>
      </vt:variant>
      <vt:variant>
        <vt:lpstr>Тема</vt:lpstr>
      </vt:variant>
      <vt:variant>
        <vt:i4>1</vt:i4>
      </vt:variant>
      <vt:variant>
        <vt:lpstr>Заглавия на слайдовете</vt:lpstr>
      </vt:variant>
      <vt:variant>
        <vt:i4>20</vt:i4>
      </vt:variant>
    </vt:vector>
  </HeadingPairs>
  <TitlesOfParts>
    <vt:vector size="23" baseType="lpstr">
      <vt:lpstr>Arial</vt:lpstr>
      <vt:lpstr>Syncopate</vt:lpstr>
      <vt:lpstr>simple-light-2</vt:lpstr>
      <vt:lpstr>web разработка</vt:lpstr>
      <vt:lpstr>Презентация на PowerPoint</vt:lpstr>
      <vt:lpstr> AJAX</vt:lpstr>
      <vt:lpstr>Презентация на PowerPoint</vt:lpstr>
      <vt:lpstr>Презентация на PowerPoint</vt:lpstr>
      <vt:lpstr>Презентация на PowerPoint</vt:lpstr>
      <vt:lpstr>jQuery &amp; ajax</vt:lpstr>
      <vt:lpstr>Презентация на PowerPoint</vt:lpstr>
      <vt:lpstr>Презентация на PowerPoint</vt:lpstr>
      <vt:lpstr>json</vt:lpstr>
      <vt:lpstr>JavaScript Object Notation (JSON)  (/ˈdʒeɪsən/ )  is an open-standard file format that uses human-readable text to transmit data objects consisting of attribute–value pairs and array data types (or any other serializable value).   It is a very common data format used for asynchronous browser–server communication /AJAX-style systems/.  JSON is a language-independent data format.   It was derived from JavaScript, but as of 2017 many programming languages include code to generate and parse JSON-format data.   The official Internet media type for JSON is application/json.   JSON filenames use the extension .json. </vt:lpstr>
      <vt:lpstr>{   "firstName": "John",   "lastName": "Smith",   "age": 25,   "address": {     "streetAddress": "21 2nd Street",     "city": "New York",     "state": "NY",     "postalCode": "10021"   },   "phoneNumber": [     {       "type": "home",       "number": "212 555-1234"     },     {       "type": "fax",       "number": "646 555-4567"     }   ], } </vt:lpstr>
      <vt:lpstr>{ "firstName": "John", "lastName": "Smith", "age": 25, "address": {"streetAddress": "21 2nd Street", "city": "New York",   "state": "NY","postalCode": "10021" },"phoneNumber": [{ "type": "home", "number": "212 555-1234" }, { "type": "fax",    "number": "646 555-4567" } ]} </vt:lpstr>
      <vt:lpstr>Презентация на PowerPoint</vt:lpstr>
      <vt:lpstr>Презентация на PowerPoint</vt:lpstr>
      <vt:lpstr>Презентация на PowerPoint</vt:lpstr>
      <vt:lpstr>PHP &amp; json </vt:lpstr>
      <vt:lpstr>Презентация на PowerPoint</vt:lpstr>
      <vt:lpstr>Презентация на PowerPoint</vt:lpstr>
      <vt:lpstr>Презентация на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разработка</dc:title>
  <dc:creator>user</dc:creator>
  <cp:lastModifiedBy>Ariel</cp:lastModifiedBy>
  <cp:revision>1</cp:revision>
  <dcterms:modified xsi:type="dcterms:W3CDTF">2019-06-02T11:19:26Z</dcterms:modified>
</cp:coreProperties>
</file>