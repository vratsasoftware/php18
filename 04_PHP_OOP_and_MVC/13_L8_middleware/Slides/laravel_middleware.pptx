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Syncopate" panose="020B060402020202020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00381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f3ce79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4f3ce79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1ab1102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81ab1102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33a8310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533a8310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33a8310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533a8310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5056ba38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65056ba38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33a8310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2533a8310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33a8310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533a8310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e666fe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28e666fe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33a8310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533a8310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33a8310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533a8310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81ab1102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81ab1102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33a8310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533a8310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e666fec9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8e666fec9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e666fec9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28e666fec9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1ab110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281ab110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33a8310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533a8310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1ab1102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81ab1102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33a8310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2533a8310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1ab110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281ab110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33a8310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2533a8310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533a8310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533a8310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33a8310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533a8310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8e66701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28e66701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e667013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8e667013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casts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eloqu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authentication#introduc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aravel.com/docs/6.x/mix#installatio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eloqu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authentication#included-routi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middleware#defining-middlewar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middlewar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middleware#defining-middleware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ravel/socialit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otch.io/tutorials/laravel-social-authentication-with-socialite" TargetMode="External"/><Relationship Id="rId4" Type="http://schemas.openxmlformats.org/officeDocument/2006/relationships/hyperlink" Target="https://blog.damirmiladinov.com/laravel/laravel-5.2-socialite-facebook-login.html#.WbDcXOlRXcs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mai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routing#route-group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routing#route-group-name-prefixe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18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18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Laravel Middleware</a:t>
            </a:r>
            <a:endParaRPr sz="24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Ограничаване на достъп</a:t>
            </a:r>
            <a:endParaRPr sz="2400" b="1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Laravel Auth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Middlewares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Authorisation through FB - домашно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mail - домашно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Групиране на пътища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https://laracasts.com/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</a:rPr>
              <a:t>Easy Laravel 5, W. Jason Gilmore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</a:rPr>
              <a:t>Laravel: Up and Running, Matt Stauffer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</a:rPr>
              <a:t>Laravel: Code Smart, Dayle Rees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</a:rPr>
              <a:t>Laravel 5.1 Beauty, Chuck Heintzelman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Ресурси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Отпечатайте страници със списък на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Курсове, модули, лекции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Отпечатайте списък на всички студенти с бутон за изтриване и бутон към профила им.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Ограничете достъпа - 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Всеки, след като се логне може да вижда </a:t>
            </a:r>
            <a:endParaRPr sz="1400"/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Списъците с курсове, модули, лекции</a:t>
            </a:r>
            <a:endParaRPr sz="1400"/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Всеки студент може да вижда и редактира профила си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Само администраторът може да 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	Вижда списъка със студенти, да редактира и изтрива курсове, модули, лекции, студенти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Изисквания към базата данни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По подразбиране Ларавел включва App\User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/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Eloquent model</a:t>
            </a:r>
            <a:r>
              <a:rPr lang="en" sz="1100">
                <a:solidFill>
                  <a:schemeClr val="dk1"/>
                </a:solidFill>
              </a:rPr>
              <a:t> в app директорията на вашия проект.. Този модел може да бъде използван с основния драйвер за проверка на Eloquent.Ако приложението ви не използва Eloquent, може да използвате вариант за проверка спрямо базата данни като използвате query builder-а на Ларавел..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Структурирайки таблицата за  App\User модела  в базата данни направете колоната за парола да е с дължина поне 60 знака. Може да оставите дължината по подразбиране 255 знака.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Не забравяйте, че таблицата users (или eквивалентната) съдържа колона със стойност по подразбиране null за стринга  remember_token column с дължина 100 знака. Колоната е предназначена за запазване на token за потребителите, които ще селектират опцията "remember me" при вход във вашата система.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*За проекта ни laravel students има добавена колона role със стойности plain и admin, на базата на които ще разграничаваме потребителите, достъпващи приложението ни.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С инсталирането на Ларавел, получавате няколко предварително създадени контролери за проверка/authentication controllers/, разположени в App\Http\Controllers\Auth namespace.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RegisterController - отговаря за регистрацията на новите потребители.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LoginController - отговаря за проверката на потребителите при опит за влизане.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ForgotPasswordController - отговаря за e-mailing линковете за възстановяване/промяна на паролата.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ResetPasswordController - съдържа логика са възстановяване на пароли.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Всеки от контролерите използва trait, чрез който се включват нужните методи.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Тези контролери могат да бъдат използвани в голяма част от случаите без да е необходима модификация.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1"/>
                </a:solidFill>
              </a:rPr>
              <a:t>Ларавел 6</a:t>
            </a:r>
            <a:r>
              <a:rPr lang="en" sz="1300">
                <a:solidFill>
                  <a:schemeClr val="dk1"/>
                </a:solidFill>
              </a:rPr>
              <a:t> - Confirm и Verification контролери.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Пътища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Ларавел ви предоставя бърз начин за създаване на пътища и вюта, нужни за проверка на потребителите чрез командата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91E63"/>
                </a:solidFill>
              </a:rPr>
              <a:t>php artisan make:auth /до Ларавел 6/</a:t>
            </a:r>
            <a:endParaRPr sz="11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Инсталиране на auth за Ларавел 6</a:t>
            </a:r>
            <a:r>
              <a:rPr lang="en" sz="1100">
                <a:solidFill>
                  <a:schemeClr val="dk1"/>
                </a:solidFill>
              </a:rPr>
              <a:t>, като задължително трябва да се мине и през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компилиране на .css/.js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i="1">
                <a:solidFill>
                  <a:schemeClr val="dk1"/>
                </a:solidFill>
              </a:rPr>
              <a:t>Инсталирани са</a:t>
            </a:r>
            <a:endParaRPr sz="1400" i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dk1"/>
                </a:solidFill>
              </a:rPr>
              <a:t>views</a:t>
            </a:r>
            <a:endParaRPr sz="1400" u="sng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layouts/app.blade.php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registration 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Passwords/ reset, email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login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Home.blade.php /dashboard/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И нужните пътища за проверка на потребителите.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Добавя и HomeController, който се грижи за заявките след вход на потребителите в началната страница - т.н. dashboard.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434343"/>
              </a:solidFill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Web.php</a:t>
            </a:r>
            <a:endParaRPr sz="1300" b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E91E63"/>
                </a:solidFill>
              </a:rPr>
              <a:t>Auth::routes();</a:t>
            </a: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E91E63"/>
                </a:solidFill>
              </a:rPr>
              <a:t>Route::get('/home', 'HomeController@index')-&gt;name('home');</a:t>
            </a: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Проверете пътищата, които са регистрирани след изпълнение на make:auth/командите за Ларавел 6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Проверка на потребителите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Сега може да регистрирате и проверявате потребителите, искащи достъп до вашето приложение.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yourdomain.app/public - ще ви препраща към yourdomain.app/public/login за проверка или регистрация.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E91E63"/>
                </a:solidFill>
              </a:rPr>
              <a:t>Което все още не означава, че достъпът до останалите пътища в приложението ви е ограничен за неоторизирани потребители!</a:t>
            </a:r>
            <a:endParaRPr sz="14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E91E63"/>
              </a:solidFill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Промяна на пътищата по подразбиране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След успешна проверка, потребителя се пронасочва към </a:t>
            </a:r>
            <a:r>
              <a:rPr lang="en" sz="1100">
                <a:solidFill>
                  <a:srgbClr val="E91E63"/>
                </a:solidFill>
              </a:rPr>
              <a:t>/home</a:t>
            </a:r>
            <a:r>
              <a:rPr lang="en" sz="1100">
                <a:solidFill>
                  <a:schemeClr val="dk1"/>
                </a:solidFill>
              </a:rPr>
              <a:t> URI.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Може да промените пътя, към който се пренасочва потребителя като дефинирате свойството </a:t>
            </a:r>
            <a:r>
              <a:rPr lang="en" sz="1100">
                <a:solidFill>
                  <a:srgbClr val="E91E63"/>
                </a:solidFill>
              </a:rPr>
              <a:t>redirectTo</a:t>
            </a:r>
            <a:r>
              <a:rPr lang="en" sz="1100">
                <a:solidFill>
                  <a:schemeClr val="dk1"/>
                </a:solidFill>
              </a:rPr>
              <a:t> в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91E63"/>
                </a:solidFill>
              </a:rPr>
              <a:t>LoginController, RegisterController, и ResetPasswordController:</a:t>
            </a:r>
            <a:endParaRPr sz="1100">
              <a:solidFill>
                <a:srgbClr val="E91E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protected $redirectTo = </a:t>
            </a:r>
            <a:r>
              <a:rPr lang="en" sz="1100">
                <a:solidFill>
                  <a:srgbClr val="E91E63"/>
                </a:solidFill>
              </a:rPr>
              <a:t>'/'</a:t>
            </a:r>
            <a:r>
              <a:rPr lang="en" sz="1100">
                <a:solidFill>
                  <a:schemeClr val="dk1"/>
                </a:solidFill>
              </a:rPr>
              <a:t>;//мястото, към което искате да насочите потребителя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Може да дефинирате и метод redirectTo вместо свойство, ако е необходима допълнителна логика.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protected function redirectTo()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		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			return '/path';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		}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11" y="117094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</a:rPr>
              <a:t>По подразбиране Ларавел използва email за проверка на потребителя.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</a:rPr>
              <a:t>Може да промените това, като дефинирате username метод в LoginController: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</a:rPr>
              <a:t>public function username()</a:t>
            </a:r>
            <a:br>
              <a:rPr lang="en" sz="1200">
                <a:solidFill>
                  <a:srgbClr val="434343"/>
                </a:solidFill>
              </a:rPr>
            </a:br>
            <a:r>
              <a:rPr lang="en" sz="1200">
                <a:solidFill>
                  <a:srgbClr val="434343"/>
                </a:solidFill>
              </a:rPr>
              <a:t>		{</a:t>
            </a:r>
            <a:br>
              <a:rPr lang="en" sz="1200">
                <a:solidFill>
                  <a:srgbClr val="434343"/>
                </a:solidFill>
              </a:rPr>
            </a:br>
            <a:r>
              <a:rPr lang="en" sz="1200">
                <a:solidFill>
                  <a:srgbClr val="434343"/>
                </a:solidFill>
              </a:rPr>
              <a:t>		    return 'username';</a:t>
            </a:r>
            <a:br>
              <a:rPr lang="en" sz="1200">
                <a:solidFill>
                  <a:srgbClr val="434343"/>
                </a:solidFill>
              </a:rPr>
            </a:br>
            <a:r>
              <a:rPr lang="en" sz="1200">
                <a:solidFill>
                  <a:srgbClr val="434343"/>
                </a:solidFill>
              </a:rPr>
              <a:t>		}</a:t>
            </a:r>
            <a:endParaRPr sz="12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34343"/>
              </a:solidFill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Промени във валидация/съхранявне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За да промените задължителните полета при регистрация на потребител, или за да промените начина, по който всеки нов потребител се запазва в базата данни, може да променяте </a:t>
            </a:r>
            <a:r>
              <a:rPr lang="en" sz="1200">
                <a:solidFill>
                  <a:srgbClr val="E91E63"/>
                </a:solidFill>
              </a:rPr>
              <a:t>RegisterController.</a:t>
            </a:r>
            <a:endParaRPr sz="1200">
              <a:solidFill>
                <a:srgbClr val="E91E6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Този клас се грижи за валидацията и създаването на новите потребители във вашето приложение.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Методът </a:t>
            </a:r>
            <a:r>
              <a:rPr lang="en" sz="1200">
                <a:solidFill>
                  <a:srgbClr val="E91E63"/>
                </a:solidFill>
              </a:rPr>
              <a:t>validator</a:t>
            </a:r>
            <a:r>
              <a:rPr lang="en" sz="1200">
                <a:solidFill>
                  <a:schemeClr val="dk1"/>
                </a:solidFill>
              </a:rPr>
              <a:t> в RegisterController съдържа правилата за валидация на новите потребители на вашето приложение.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Можете свободно да променяте този метод според конкретния случай.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Методът </a:t>
            </a:r>
            <a:r>
              <a:rPr lang="en" sz="1200">
                <a:solidFill>
                  <a:srgbClr val="E91E63"/>
                </a:solidFill>
              </a:rPr>
              <a:t>create</a:t>
            </a:r>
            <a:r>
              <a:rPr lang="en" sz="1200">
                <a:solidFill>
                  <a:schemeClr val="dk1"/>
                </a:solidFill>
              </a:rPr>
              <a:t> в  RegisterController се грижи за създаване на нови App\User записи в базата данни чрез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Eloquent ORM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Може свободно да променяте този метод според нуждите на базата данни на вашето приложение.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Допълнителна информация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/>
              </a:rPr>
              <a:t>Authentication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Auth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Достъп до Auth потребителя 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/Влезлия с валидно име и парола потребител/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434343"/>
                </a:solidFill>
              </a:rPr>
              <a:t>Имате достъп до успешно влезлия в приложението ви потребител чрез</a:t>
            </a:r>
            <a:r>
              <a:rPr lang="en" sz="1200" b="1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 b="1">
                <a:solidFill>
                  <a:srgbClr val="9C27B0"/>
                </a:solidFill>
              </a:rPr>
              <a:t>Auth</a:t>
            </a:r>
            <a:r>
              <a:rPr lang="en" sz="1200">
                <a:solidFill>
                  <a:schemeClr val="dk1"/>
                </a:solidFill>
              </a:rPr>
              <a:t> facade: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use Illuminate\Support\Facades\Auth;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// Get the currently authenticated user in the controllers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rgbClr val="9C27B0"/>
                </a:solidFill>
              </a:rPr>
              <a:t>$user = Auth::user();</a:t>
            </a:r>
            <a:endParaRPr sz="1200">
              <a:solidFill>
                <a:srgbClr val="9C27B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/ /Get the currently authenticated user in the views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9C27B0"/>
                </a:solidFill>
              </a:rPr>
              <a:t>Auth::user()-&gt;name</a:t>
            </a:r>
            <a:endParaRPr sz="1200">
              <a:solidFill>
                <a:srgbClr val="9C27B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// Get the currently authenticated user's ID...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rgbClr val="9C27B0"/>
                </a:solidFill>
              </a:rPr>
              <a:t>$id = Auth::id();</a:t>
            </a:r>
            <a:endParaRPr sz="1200">
              <a:solidFill>
                <a:srgbClr val="9C27B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….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Потребителя ….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След проверка на потребителя, може да достъпвате влезлия потребител чрез инстанция на Illuminate\Http\Request. 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/Класовете, които са type-hinted автоматично ще бъдат инжектирани в методите на контролера/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Потребителя ….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namespace App\Http\Controllers;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/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use Illuminate\Http\Request;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/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class ProfileController extends Controller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{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/**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* Update the user's profile.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*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* @param  Request  $request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* @return Response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*/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public function update(</a:t>
            </a:r>
            <a:r>
              <a:rPr lang="en" sz="1300">
                <a:solidFill>
                  <a:srgbClr val="9C27B0"/>
                </a:solidFill>
              </a:rPr>
              <a:t>Request $request</a:t>
            </a:r>
            <a:r>
              <a:rPr lang="en" sz="1300">
                <a:solidFill>
                  <a:schemeClr val="dk1"/>
                </a:solidFill>
              </a:rPr>
              <a:t>)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{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   // </a:t>
            </a:r>
            <a:r>
              <a:rPr lang="en" sz="1300">
                <a:solidFill>
                  <a:srgbClr val="9C27B0"/>
                </a:solidFill>
              </a:rPr>
              <a:t>$request-&gt;user()</a:t>
            </a:r>
            <a:r>
              <a:rPr lang="en" sz="1300">
                <a:solidFill>
                  <a:schemeClr val="dk1"/>
                </a:solidFill>
              </a:rPr>
              <a:t> returns an instance of the authenticated user...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   }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Потребителя ….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Middleware - Предпазване на пътищата в приложението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-85755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Добавянето на възможност за проверка на потребителско име и парола, не означава, че сме защитили пътищата си от нежелан достъп.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Една част от потребителите трябва да имат достъп, други не до определени страници /пътища в приложението ни/.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Middleware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ви осигурява удобен механизъм за филтриране на HTTP заявките към/във вашето приложение.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Например - Ларавел включва по подразбиране middleware - </a:t>
            </a:r>
            <a:r>
              <a:rPr lang="en" b="1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, проверяващ дали потребителя, достъпващ приложението ви е оторизиран с парола и потребителско име/email.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Ако потребителят не е оторизиран, middleware пренасочва потребителя към страницата за login. 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Ако потребителят е оторизиран middleware ще позволи заявката да продължи нататък в приложението/ще я допусне в приложението.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Разбира се, може да дефинирате допълнителни middleware класове, изпълняващи различни задачи извън проверката дали потребителя е влязъл в приложението ви с потребителско име и парола /или други данни за проверка на потребителя/.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Съществуват няколко middleware, включени в основната инсталация на Laravel framework, в това число auth и middleware за предпазване от CSRF.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Всички те и тези, които дефинирате в последствие се разполагат в </a:t>
            </a:r>
            <a:r>
              <a:rPr lang="en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app/Http/Middleware directory.</a:t>
            </a:r>
            <a:endParaRPr b="1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Route middleware</a:t>
            </a:r>
            <a:r>
              <a:rPr lang="en" sz="1400">
                <a:solidFill>
                  <a:schemeClr val="dk1"/>
                </a:solidFill>
              </a:rPr>
              <a:t> - прилагане на middleware към пътищата.</a:t>
            </a:r>
            <a:endParaRPr sz="14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Използват се, например, за да се позволи само на проверени с парола потребители да достъпват даден път.</a:t>
            </a:r>
            <a:endParaRPr sz="14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При инсталирането на Laravel получавате </a:t>
            </a:r>
            <a:r>
              <a:rPr lang="en" sz="1400" b="1">
                <a:solidFill>
                  <a:srgbClr val="351C75"/>
                </a:solidFill>
              </a:rPr>
              <a:t>auth middleware</a:t>
            </a:r>
            <a:r>
              <a:rPr lang="en" sz="1400">
                <a:solidFill>
                  <a:schemeClr val="dk1"/>
                </a:solidFill>
              </a:rPr>
              <a:t>, дефиниран в Illuminate\Auth\Middleware\Authenticate. </a:t>
            </a:r>
            <a:endParaRPr sz="1400">
              <a:solidFill>
                <a:schemeClr val="dk1"/>
              </a:solidFill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351C75"/>
                </a:solidFill>
              </a:rPr>
              <a:t>auth middleware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rgbClr val="434343"/>
                </a:solidFill>
              </a:rPr>
              <a:t>е регистриран в HTTP kernel и може да го прилагате към желаната дефиниция за път - 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Route::group(['middleware' =&gt; 'auth'], function () {</a:t>
            </a:r>
            <a:endParaRPr sz="1400">
              <a:solidFill>
                <a:srgbClr val="434343"/>
              </a:solidFill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Route::get('/home', 'HomeController@index')-&gt;name('home');</a:t>
            </a:r>
            <a:endParaRPr sz="1400">
              <a:solidFill>
                <a:srgbClr val="434343"/>
              </a:solidFill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Route::resource('course', 'CoursesController');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    });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Може да свържете необходимия middleware, чрез метода middleware   в  конструктора на конкретен контролер, вместо към дефиницията на конкретния път/конкретните пътища.</a:t>
            </a:r>
            <a:endParaRPr sz="14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public function __construct()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	{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		</a:t>
            </a:r>
            <a:r>
              <a:rPr lang="en" sz="1400" b="1">
                <a:solidFill>
                  <a:srgbClr val="351C75"/>
                </a:solidFill>
              </a:rPr>
              <a:t>$this-&gt;middleware('auth');</a:t>
            </a:r>
            <a:br>
              <a:rPr lang="en" sz="1400" b="1">
                <a:solidFill>
                  <a:srgbClr val="351C75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	}</a:t>
            </a:r>
            <a:endParaRPr sz="14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rgbClr val="595959"/>
              </a:solidFill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Прилагане на  middleware към един път - </a:t>
            </a:r>
            <a:endParaRPr sz="14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Route::get('movies/create', </a:t>
            </a:r>
            <a:r>
              <a:rPr lang="en" sz="1400">
                <a:solidFill>
                  <a:srgbClr val="673AB7"/>
                </a:solidFill>
              </a:rPr>
              <a:t>['middleware' </a:t>
            </a:r>
            <a:r>
              <a:rPr lang="en" sz="1400">
                <a:solidFill>
                  <a:schemeClr val="dk1"/>
                </a:solidFill>
              </a:rPr>
              <a:t>=&gt; 'admin', 'uses' =&gt; 'MoviesController@create'</a:t>
            </a:r>
            <a:r>
              <a:rPr lang="en" sz="1400">
                <a:solidFill>
                  <a:srgbClr val="673AB7"/>
                </a:solidFill>
              </a:rPr>
              <a:t>]</a:t>
            </a:r>
            <a:r>
              <a:rPr lang="en" sz="1400">
                <a:solidFill>
                  <a:schemeClr val="dk1"/>
                </a:solidFill>
              </a:rPr>
              <a:t>);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rgbClr val="595959"/>
              </a:solidFill>
            </a:endParaRPr>
          </a:p>
        </p:txBody>
      </p:sp>
      <p:sp>
        <p:nvSpPr>
          <p:cNvPr id="233" name="Google Shape;233;p3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Допълнителна информация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Как да дефинираме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Middleware</a:t>
            </a:r>
            <a:r>
              <a:rPr lang="en" sz="1400">
                <a:solidFill>
                  <a:schemeClr val="dk1"/>
                </a:solidFill>
              </a:rPr>
              <a:t> - стъпка по стъпка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i="1">
                <a:solidFill>
                  <a:srgbClr val="A64D79"/>
                </a:solidFill>
              </a:rPr>
              <a:t>Задача - дефинирайте Middleware Admin и го приложете върху част от дефинираните пътища.</a:t>
            </a:r>
            <a:endParaRPr i="1">
              <a:solidFill>
                <a:srgbClr val="A64D79"/>
              </a:solidFill>
            </a:endParaRPr>
          </a:p>
        </p:txBody>
      </p:sp>
      <p:sp>
        <p:nvSpPr>
          <p:cNvPr id="240" name="Google Shape;240;p4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Middleware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 with Facebook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https://github.com/laravel/socialite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https://blog.damirmiladinov.com/laravel/laravel-5.2-socialite-facebook-login.html#.WbDcXOlRXcs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https://scotch.io/tutorials/laravel-social-authentication-with-socialite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/>
          </a:p>
        </p:txBody>
      </p:sp>
      <p:sp>
        <p:nvSpPr>
          <p:cNvPr id="253" name="Google Shape;253;p4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 with Facebook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7D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Sending Mail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https://laravel.com/docs/5.4/mail</a:t>
            </a:r>
            <a:endParaRPr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Sending Mail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>
            <a:spLocks noGrp="1"/>
          </p:cNvSpPr>
          <p:nvPr>
            <p:ph type="title"/>
          </p:nvPr>
        </p:nvSpPr>
        <p:spPr>
          <a:xfrm>
            <a:off x="311700" y="199905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Групиране на пътища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Чрез групиране на пътища</a:t>
            </a:r>
            <a:r>
              <a:rPr lang="en"/>
              <a:t> имате възможност </a:t>
            </a:r>
            <a:r>
              <a:rPr lang="en">
                <a:solidFill>
                  <a:srgbClr val="0099FF"/>
                </a:solidFill>
              </a:rPr>
              <a:t>да споделяте</a:t>
            </a:r>
            <a:r>
              <a:rPr lang="en"/>
              <a:t> атрибути на пътища като например middleware, представки, namespaces, между голям брой пътища без да се налага да дефинирате тези атрибути за всеки отделен път.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Споделените атрибути се задават в масив като първи параметър към метода Route::group method.</a:t>
            </a:r>
            <a:endParaRPr/>
          </a:p>
        </p:txBody>
      </p:sp>
      <p:sp>
        <p:nvSpPr>
          <p:cNvPr id="276" name="Google Shape;276;p4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Grouping Routes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Споделяне на Middleware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Може да задавате middleware /няколко middleware/ към групирани пътища.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Middleware се изпълняват по реда, в който са подредени в масива.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0099FF"/>
                </a:solidFill>
              </a:rPr>
              <a:t>Route::middleware(['first', 'second'])-&gt;group(function () {</a:t>
            </a: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</a:t>
            </a:r>
            <a:r>
              <a:rPr lang="en" sz="1400">
                <a:solidFill>
                  <a:srgbClr val="434343"/>
                </a:solidFill>
              </a:rPr>
              <a:t>Route::get('/', function () {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   // Uses first &amp; second Middleware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});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/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Route::get('user/profile', function () {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   // Uses first &amp; second Middleware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});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});</a:t>
            </a:r>
            <a:endParaRPr sz="14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400"/>
          </a:p>
        </p:txBody>
      </p:sp>
      <p:sp>
        <p:nvSpPr>
          <p:cNvPr id="283" name="Google Shape;283;p4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Grouping Routes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Route Prefixes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The prefix method may be used to prefix each route in the group with a given URI. For example, you may want to prefix all route URIs within the group with admin:</a:t>
            </a:r>
            <a:endParaRPr sz="14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Route::prefix('admin')-&gt;group(function () {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Route::get('users', function () {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   // Matches The "/admin/users" URL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    });</a:t>
            </a:r>
            <a:br>
              <a:rPr lang="en" sz="1400">
                <a:solidFill>
                  <a:srgbClr val="434343"/>
                </a:solidFill>
              </a:rPr>
            </a:br>
            <a:r>
              <a:rPr lang="en" sz="1400">
                <a:solidFill>
                  <a:srgbClr val="434343"/>
                </a:solidFill>
              </a:rPr>
              <a:t>});</a:t>
            </a:r>
            <a:endParaRPr sz="14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290" name="Google Shape;290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Grouping Routes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 i="1">
                <a:solidFill>
                  <a:schemeClr val="dk1"/>
                </a:solidFill>
              </a:rPr>
              <a:t>Други примери за групиране</a:t>
            </a:r>
            <a:endParaRPr sz="1300" i="1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//пътища достъпни за всички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Route::resource('portfolio', 'PortfoliosController', ['only'=&gt;'show']);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Route::resource('team', 'PeoplesController', ['only'=&gt;'show']);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// пътища достъпни за оторизирани потребители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99FF"/>
                </a:solidFill>
              </a:rPr>
              <a:t>Route::group(['middleware' =&gt; ['auth']], function () {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 Route::get('contact', 'ContactsController@index')-&gt;name('contact');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 Route::post('contact', 'ContactsController@sendMail');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//пътища достъпни за администратр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</a:t>
            </a:r>
            <a:r>
              <a:rPr lang="en" sz="1300">
                <a:solidFill>
                  <a:srgbClr val="0099FF"/>
                </a:solidFill>
              </a:rPr>
              <a:t> Route::group(['prefix'=&gt;'admin', 'middleware' =&gt; ['admin']], function(){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	 Route::get('/', 'PagesController@adminIndex')-&gt;name('admin');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	 ……...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	 Route::resource('users', 'UsersController');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 });</a:t>
            </a:r>
            <a:endParaRPr sz="1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});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7" name="Google Shape;297;p4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Grouping Routes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Вариант на синтаксис за групиране</a:t>
            </a:r>
            <a:endParaRPr sz="1300" b="1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99FF"/>
                </a:solidFill>
              </a:rPr>
              <a:t>Route::group([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99FF"/>
                </a:solidFill>
              </a:rPr>
              <a:t>    'prefix'=&gt;'/admin',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99FF"/>
                </a:solidFill>
              </a:rPr>
              <a:t>    'middleware' =&gt; 'auth'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99FF"/>
                </a:solidFill>
              </a:rPr>
              <a:t>    ], function(){</a:t>
            </a:r>
            <a:endParaRPr sz="1300">
              <a:solidFill>
                <a:srgbClr val="0099FF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	 </a:t>
            </a:r>
            <a:r>
              <a:rPr lang="en" sz="1300">
                <a:solidFill>
                  <a:srgbClr val="434343"/>
                </a:solidFill>
              </a:rPr>
              <a:t>Route::get('/', [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'uses'    =&gt;'AdminController@getIndex',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'as'    =&gt;'admin.index'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]);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 Route::get('blog/posts/create', [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'uses'    =&gt; 'PostController@getCreatePost',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'as'    =&gt; 'admin.blog.create_post'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   		 ]);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……</a:t>
            </a: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});</a:t>
            </a:r>
            <a:endParaRPr sz="1300">
              <a:solidFill>
                <a:srgbClr val="434343"/>
              </a:solidFill>
            </a:endParaRPr>
          </a:p>
        </p:txBody>
      </p:sp>
      <p:sp>
        <p:nvSpPr>
          <p:cNvPr id="304" name="Google Shape;304;p5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Grouping Routes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Презентация на цял екран (16:9)</PresentationFormat>
  <Paragraphs>223</Paragraphs>
  <Slides>38</Slides>
  <Notes>38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38</vt:i4>
      </vt:variant>
    </vt:vector>
  </HeadingPairs>
  <TitlesOfParts>
    <vt:vector size="42" baseType="lpstr">
      <vt:lpstr>Arial</vt:lpstr>
      <vt:lpstr>Calibri</vt:lpstr>
      <vt:lpstr>Syncopate</vt:lpstr>
      <vt:lpstr>simple-light-2</vt:lpstr>
      <vt:lpstr>web разработка</vt:lpstr>
      <vt:lpstr>Презентация на PowerPoint</vt:lpstr>
      <vt:lpstr>Презентация на PowerPoint</vt:lpstr>
      <vt:lpstr>Презентация на PowerPoint</vt:lpstr>
      <vt:lpstr>Laravel Auth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Достъп до Auth потребителя   /Влезлия с валидно име и парола потребител/</vt:lpstr>
      <vt:lpstr>Презентация на PowerPoint</vt:lpstr>
      <vt:lpstr>Презентация на PowerPoint</vt:lpstr>
      <vt:lpstr>Презентация на PowerPoint</vt:lpstr>
      <vt:lpstr>Middleware - Предпазване на пътищата в приложението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Login with Facebook</vt:lpstr>
      <vt:lpstr>Презентация на PowerPoint</vt:lpstr>
      <vt:lpstr>Sending Mail</vt:lpstr>
      <vt:lpstr>Презентация на PowerPoint</vt:lpstr>
      <vt:lpstr>Групиране на пътища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2019-10-16T07:53:40Z</dcterms:modified>
</cp:coreProperties>
</file>