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Syncopate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Syncopate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Syncopate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e5cded1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24e5cded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4e5cded1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24e5cded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4e5cded1e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24e5cded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df0a5d21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4df0a5d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6c182cd0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36c182c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36c182cd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36c182cd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df0a5d21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4df0a5d2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3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36c182cd0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236c182cd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36c182cd0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236c182cd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36c182cd0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236c182cd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36c182cd0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236c182cd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36c182cd0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36c182cd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3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36c182cd0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236c182cd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4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c6c128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24cc6c12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36c182cd0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236c182cd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 poi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 column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aravel.com/docs/5.4/bla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aravel.com/docs/5.4/artisa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b="1" i="0" lang="en" sz="2400" u="none" cap="none" strike="noStrik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24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Controllers</a:t>
            </a:r>
            <a:endParaRPr b="1" sz="36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Views</a:t>
            </a:r>
            <a:endParaRPr b="1" sz="36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Routes</a:t>
            </a:r>
            <a:endParaRPr b="1" sz="3600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b="1" lang="en">
                <a:solidFill>
                  <a:srgbClr val="CCCCCC"/>
                </a:solidFill>
              </a:rPr>
              <a:t>8</a:t>
            </a: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b="1" lang="en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Предназначение, създаване и връзка между</a:t>
            </a:r>
            <a:endParaRPr sz="1400"/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Controllers </a:t>
            </a:r>
            <a:endParaRPr sz="1400"/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Views</a:t>
            </a:r>
            <a:endParaRPr sz="1400"/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Routes 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Plain controllers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Blade engine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Master.blade.php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@include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@extends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@section(‘section_name’)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@yield</a:t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Създайте основните страници в приложението </a:t>
            </a:r>
            <a:r>
              <a:rPr i="1" lang="en"/>
              <a:t>Студентска система на ВСО</a:t>
            </a:r>
            <a:r>
              <a:rPr lang="en"/>
              <a:t> и организирайте достъпа до тях през началната страница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Начална - 	Регистрация/логин</a:t>
            </a:r>
            <a:endParaRPr/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Профилна</a:t>
            </a:r>
            <a:endParaRPr sz="1800"/>
          </a:p>
          <a:p>
            <a: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домашни</a:t>
            </a:r>
            <a:endParaRPr sz="18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Задача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91E6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Въведение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Преди да правим каквито и да е промени в Ларавел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на адрес domain.namе, когато приложението е онлайн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Или localhost/път-до-приложението/public се зарежда началната страница на Ларавел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Какъв е механизмът, който използва Ларавел за да зареди тази страница?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	Въведение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app/routes/web.php - route декларация, </a:t>
            </a:r>
            <a:r>
              <a:rPr b="1" i="1" lang="en" u="sng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задължителна за Ларавел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, за да зареди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Route::get('/', function () {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return view('welcome');</a:t>
            </a:r>
            <a:endParaRPr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});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app/resources/views/welcome.</a:t>
            </a:r>
            <a:r>
              <a:rPr lang="en" u="sng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blade.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php - view файл - това, което потребителя ще види на екрана.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	Въведение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Обърнете внимание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return view('welcome'); </a:t>
            </a:r>
            <a:endParaRPr b="1" i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сочи към 	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welcome.blade.php</a:t>
            </a:r>
            <a:r>
              <a:rPr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 в папка </a:t>
            </a:r>
            <a:r>
              <a:rPr b="1"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resources/view</a:t>
            </a:r>
            <a:endParaRPr b="1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	Въведение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C27B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Blade engine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Blade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е прост, но мощен генератор на съдържание / templating engine/ съпътстващ Laravel. 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Blade не ви ограничава да пишете РНР код във вютата - може да смесвате типичния за blade синтаксис и рнр.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Blade файлове се компилират в рнр код и се кешират, докато не бъдат променени.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Blade файловете използват </a:t>
            </a:r>
            <a:r>
              <a:rPr b="1" i="1" lang="en" u="sng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.blade.php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разширение и се съхраняват в </a:t>
            </a:r>
            <a:r>
              <a:rPr b="1" i="1" lang="en" u="sng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resources/views 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директорията.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Blade engine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741B4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PHP Artisan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434343"/>
                </a:solidFill>
                <a:hlinkClick r:id="rId3"/>
              </a:rPr>
              <a:t>Artisan</a:t>
            </a:r>
            <a:r>
              <a:rPr lang="en">
                <a:solidFill>
                  <a:srgbClr val="434343"/>
                </a:solidFill>
              </a:rPr>
              <a:t> е CLI/command-line interface/, включен в Ларавел или езика, който ще използваме за да работим през конзолата с Ларавел. 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Пълен списък на artisan командите -  </a:t>
            </a:r>
            <a:endParaRPr>
              <a:solidFill>
                <a:srgbClr val="434343"/>
              </a:solidFill>
            </a:endParaRPr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41B47"/>
                </a:solidFill>
              </a:rPr>
              <a:t>php artisan list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Списък на команди от определена категория /migrate/ -</a:t>
            </a:r>
            <a:endParaRPr>
              <a:solidFill>
                <a:srgbClr val="434343"/>
              </a:solidFill>
            </a:endParaRPr>
          </a:p>
          <a:p>
            <a:pPr indent="457200" lvl="0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41B47"/>
                </a:solidFill>
              </a:rPr>
              <a:t>php artisan help migrate</a:t>
            </a:r>
            <a:endParaRPr b="1">
              <a:solidFill>
                <a:srgbClr val="741B47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Често ще извиквате - </a:t>
            </a:r>
            <a:r>
              <a:rPr b="1" i="1" lang="en" u="sng">
                <a:solidFill>
                  <a:srgbClr val="E91E63"/>
                </a:solidFill>
              </a:rPr>
              <a:t>php artisan route:list</a:t>
            </a:r>
            <a:endParaRPr b="1" i="1" u="sng">
              <a:solidFill>
                <a:srgbClr val="E91E6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PHP Artisan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673AB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246350" y="18723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Контролери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Контролерите групират методите, отговарящи за поведението на приложението, в отделни класове.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Отговарят за извикането и отговора на потребителските заявки.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Съхраняват се в </a:t>
            </a:r>
            <a:r>
              <a:rPr b="1" i="1" lang="en" u="sng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app/Http/Controllers</a:t>
            </a: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directory.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Контролери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Създаваме т.нар. plain controller с командата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рhp artisan </a:t>
            </a:r>
            <a:r>
              <a:rPr b="1" i="1"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make:controller </a:t>
            </a:r>
            <a:r>
              <a:rPr b="1" i="1" lang="en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HomePageController</a:t>
            </a:r>
            <a:endParaRPr b="1" i="1">
              <a:solidFill>
                <a:srgbClr val="9C2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В резултат - 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Контролери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titled.png"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013" y="2367688"/>
            <a:ext cx="6276975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Първата задача, която ще поверим на новосъздадения контролер е да зарежда началната страница - Home Page, при въвеждане на адреса в браузъра.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Добавяме 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public function index() {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1" i="1" lang="en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view(‘home_page’)</a:t>
            </a: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Контролери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33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207105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В </a:t>
            </a:r>
            <a:r>
              <a:rPr b="1" i="1" lang="en">
                <a:solidFill>
                  <a:srgbClr val="E91E63"/>
                </a:solidFill>
              </a:rPr>
              <a:t>app/resources/views</a:t>
            </a:r>
            <a:r>
              <a:rPr lang="en">
                <a:solidFill>
                  <a:srgbClr val="434343"/>
                </a:solidFill>
              </a:rPr>
              <a:t> създаваме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">
                <a:solidFill>
                  <a:srgbClr val="9933FF"/>
                </a:solidFill>
              </a:rPr>
              <a:t>home_page.blade.php</a:t>
            </a:r>
            <a:endParaRPr b="1">
              <a:solidFill>
                <a:srgbClr val="9933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В този файл ще бъде разположено съдържанието, което ще вижда потребителя.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Views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717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Routes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 да изпълни задачата си контролера - да зареди </a:t>
            </a:r>
            <a:r>
              <a:rPr i="1" lang="en" u="sng"/>
              <a:t>home page</a:t>
            </a:r>
            <a:r>
              <a:rPr lang="en"/>
              <a:t> - поставена в index метода, трябва да регистрираме пътя, който съответства на тази задача.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В </a:t>
            </a:r>
            <a:r>
              <a:rPr b="1" lang="en">
                <a:solidFill>
                  <a:srgbClr val="E91E63"/>
                </a:solidFill>
              </a:rPr>
              <a:t>routes/web.php</a:t>
            </a:r>
            <a:endParaRPr b="1">
              <a:solidFill>
                <a:srgbClr val="E91E6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Route::get('/', 'HomePageController@index');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Декларираме, че при въвеждане на  ...students/ в браузъра, ще бъде изпълнен методът </a:t>
            </a:r>
            <a:r>
              <a:rPr b="1" lang="en" u="sng">
                <a:solidFill>
                  <a:srgbClr val="E91E63"/>
                </a:solidFill>
              </a:rPr>
              <a:t>index</a:t>
            </a:r>
            <a:r>
              <a:rPr lang="en"/>
              <a:t> от контролера </a:t>
            </a:r>
            <a:r>
              <a:rPr b="1" lang="en" u="sng">
                <a:solidFill>
                  <a:srgbClr val="E91E63"/>
                </a:solidFill>
              </a:rPr>
              <a:t>HomePageController</a:t>
            </a:r>
            <a:r>
              <a:rPr lang="en"/>
              <a:t> /резултатът от изпълнението на този метод е зареждането на Home Page в браузъра/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1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Routes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/>
              <a:t>Задача </a:t>
            </a:r>
            <a:r>
              <a:rPr lang="en"/>
              <a:t>Повторете стъпките, които направихме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за началната страница,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за всяка от другите страници в приложението.</a:t>
            </a:r>
            <a:r>
              <a:rPr lang="en"/>
              <a:t>			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Как да заработят линковете - да зареждат съответните страници, без да се налага ние да въвеждаме пътя в браузъра?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Routes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titled.png"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675" y="1227150"/>
            <a:ext cx="33909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 да заработи менюто на началната страница, посочваме пътищата към съответните страници като използваме функцията </a:t>
            </a:r>
            <a:r>
              <a:rPr b="1" i="1" lang="en">
                <a:solidFill>
                  <a:srgbClr val="E91E63"/>
                </a:solidFill>
              </a:rPr>
              <a:t>route()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Като параметър подаваме името на пътя /route/.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Routes - route()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Има много варианти за посочване на пътя към съответната страница.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Когато пътищата в route/web.php се натрупат е добре да дадем на всеки уникално име -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Route::get('/', 'HomePageController@index')</a:t>
            </a:r>
            <a:r>
              <a:rPr b="1" lang="en">
                <a:solidFill>
                  <a:srgbClr val="134F5C"/>
                </a:solidFill>
              </a:rPr>
              <a:t>-&gt;name('home')</a:t>
            </a:r>
            <a:r>
              <a:rPr lang="en"/>
              <a:t>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Route::get('profile', 'ProfileController@get_profile')</a:t>
            </a:r>
            <a:r>
              <a:rPr b="1" lang="en">
                <a:solidFill>
                  <a:srgbClr val="00717D"/>
                </a:solidFill>
              </a:rPr>
              <a:t>-&gt;name('profile')</a:t>
            </a:r>
            <a:r>
              <a:rPr lang="en"/>
              <a:t>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Route::get('homework', 'HomeworkController@index')</a:t>
            </a:r>
            <a:r>
              <a:rPr b="1" lang="en">
                <a:solidFill>
                  <a:srgbClr val="0099FF"/>
                </a:solidFill>
              </a:rPr>
              <a:t>-&gt;name('homework')</a:t>
            </a:r>
            <a:r>
              <a:rPr lang="en"/>
              <a:t>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Routes - route()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Routes - route()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titled.png"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38" y="919325"/>
            <a:ext cx="391477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titled.png" id="204" name="Google Shape;2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6713" y="3070513"/>
            <a:ext cx="532447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Благодарение на Blade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Вместо </a:t>
            </a:r>
            <a:r>
              <a:rPr b="1" lang="en">
                <a:solidFill>
                  <a:srgbClr val="134F5C"/>
                </a:solidFill>
              </a:rPr>
              <a:t>&lt;?php echo route('home') ?&gt;</a:t>
            </a:r>
            <a:endParaRPr b="1">
              <a:solidFill>
                <a:srgbClr val="134F5C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Посочваме пътя с  </a:t>
            </a:r>
            <a:r>
              <a:rPr b="1" lang="en">
                <a:solidFill>
                  <a:srgbClr val="E91E63"/>
                </a:solidFill>
              </a:rPr>
              <a:t>{{ route('home') }}</a:t>
            </a:r>
            <a:endParaRPr b="1">
              <a:solidFill>
                <a:srgbClr val="E91E63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717D"/>
                </a:solidFill>
              </a:rPr>
              <a:t>В браузъра - резултатът от функцията </a:t>
            </a:r>
            <a:r>
              <a:rPr i="1" lang="en">
                <a:solidFill>
                  <a:srgbClr val="00717D"/>
                </a:solidFill>
              </a:rPr>
              <a:t>route()</a:t>
            </a:r>
            <a:endParaRPr i="1">
              <a:solidFill>
                <a:srgbClr val="00717D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>
              <a:solidFill>
                <a:srgbClr val="00717D"/>
              </a:solidFill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Routes - route()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titled.png"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913" y="3293038"/>
            <a:ext cx="686752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2196F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1999051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3200">
                <a:solidFill>
                  <a:schemeClr val="lt1"/>
                </a:solidFill>
              </a:rPr>
              <a:t>master.blade.php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Файл, съдържащ повтарящата се във всички/група от вюта, информация.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Макет, в който чрез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>
                <a:solidFill>
                  <a:srgbClr val="03A9F4"/>
                </a:solidFill>
              </a:rPr>
              <a:t>@yield(‘section_name’)</a:t>
            </a:r>
            <a:endParaRPr>
              <a:solidFill>
                <a:srgbClr val="03A9F4"/>
              </a:solidFill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Включваме различната информация за всяко вю, което наследява макета.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Различната информация може да бъде - стилови файлове, джаваскрипт, html и т.н</a:t>
            </a:r>
            <a:endParaRPr/>
          </a:p>
        </p:txBody>
      </p:sp>
      <p:sp>
        <p:nvSpPr>
          <p:cNvPr id="223" name="Google Shape;223;p38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8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master.blade.php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/>
              <a:t>Master.blade.php					home_page.blade.php</a:t>
            </a:r>
            <a:endParaRPr/>
          </a:p>
        </p:txBody>
      </p:sp>
      <p:sp>
        <p:nvSpPr>
          <p:cNvPr id="230" name="Google Shape;230;p3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master.blade.php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titled.png" id="232" name="Google Shape;23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75" y="1305875"/>
            <a:ext cx="25717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titled.png" id="233" name="Google Shape;23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6500" y="1152475"/>
            <a:ext cx="51435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3A9F4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2000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Организация на blade файловете</a:t>
            </a:r>
            <a:endParaRPr b="1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0" y="30300"/>
            <a:ext cx="9045600" cy="665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b="1" lang="en" sz="3600">
                <a:solidFill>
                  <a:srgbClr val="FFFFFF"/>
                </a:solidFill>
              </a:rPr>
              <a:t>Организация на blade файловете 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734000" y="1087125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Най-вероятно файловете в проекта ни ще 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се натрупат.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Добре е да ги организираме в папки.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Когато blade файла е в папка се извиква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@extends(‘layouts.master’)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@extends(‘foldername.filename’)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view(‘profile.show_profile’)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view(‘foldername.filename’)					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.png" id="247" name="Google Shape;2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988" y="1347775"/>
            <a:ext cx="27527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0" y="30300"/>
            <a:ext cx="9073500" cy="67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b="1" lang="en" sz="3600">
                <a:solidFill>
                  <a:schemeClr val="lt1"/>
                </a:solidFill>
              </a:rPr>
              <a:t>Организация на blade файловете файловете</a:t>
            </a:r>
            <a:endParaRPr b="1" sz="36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t/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734000" y="1087125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В организацията на папките 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обикновено присъства и 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папка includes.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В нея съхраняваме blade файлове, които 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включваме в други blade файлове чрез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@include(‘includes.menu’)</a:t>
            </a:r>
            <a:endParaRPr b="1" sz="1600">
              <a:solidFill>
                <a:srgbClr val="0099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/включваме menu.blade.php, намиращ се 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в папка includes/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Това са файлове, съдържащи информация, еднаква за група файлове - меню, футър.  И която ще включим на определени места в два или повече файла/blade templates/.</a:t>
            </a:r>
            <a:endParaRPr i="1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.png" id="256" name="Google Shape;2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263" y="1235788"/>
            <a:ext cx="27527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