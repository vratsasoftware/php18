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Syncopate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413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97776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4e5cded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24e5cded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61c074bd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61c074bd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61c074bd4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61c074bd4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61c074bd4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61c074bd4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4df0a5d2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24df0a5d2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6e22502e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36e22502e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61c074bd4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61c074bd4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36e22502e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236e22502e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36e22502e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236e22502e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36e22502e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236e22502e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373cdf5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2373cdf5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36e22502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236e22502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37403e6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37403e6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37403e67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237403e67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61c074bd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61c074bd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5.4/facade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4225" y="2850900"/>
            <a:ext cx="9168299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Syncopate"/>
              <a:buNone/>
            </a:pPr>
            <a:r>
              <a:rPr lang="en" sz="3600" b="1" i="0" u="none" strike="noStrike" cap="non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Models</a:t>
            </a:r>
            <a:endParaRPr sz="36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Migration</a:t>
            </a:r>
            <a:endParaRPr sz="3600" b="1">
              <a:solidFill>
                <a:srgbClr val="FFFFFF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362" y="497376"/>
            <a:ext cx="2981277" cy="12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Font typeface="Arial"/>
              <a:buNone/>
            </a:pP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Уеб Разработка- 11.201</a:t>
            </a:r>
            <a:r>
              <a:rPr lang="en" b="1">
                <a:solidFill>
                  <a:srgbClr val="CCCCCC"/>
                </a:solidFill>
              </a:rPr>
              <a:t>8</a:t>
            </a: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- ВЕРСИЯ </a:t>
            </a:r>
            <a:r>
              <a:rPr lang="en" b="1">
                <a:solidFill>
                  <a:srgbClr val="CCCCCC"/>
                </a:solidFill>
              </a:rPr>
              <a:t>6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Модели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Модели и Ларавел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База данни и Ларавел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Миграции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Съдържание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1155CC"/>
                </a:solidFill>
              </a:rPr>
              <a:t>Направете проект на база данни за проекта</a:t>
            </a:r>
            <a:r>
              <a:rPr lang="en"/>
              <a:t> </a:t>
            </a:r>
            <a:endParaRPr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400"/>
              <a:buChar char="●"/>
            </a:pPr>
            <a:r>
              <a:rPr lang="en">
                <a:solidFill>
                  <a:srgbClr val="1155CC"/>
                </a:solidFill>
              </a:rPr>
              <a:t>Създайте базата данни в phpMyAdmin</a:t>
            </a:r>
            <a:endParaRPr>
              <a:solidFill>
                <a:srgbClr val="1155CC"/>
              </a:solidFill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Създайте два вида потребители - Администратор и Ученик.</a:t>
            </a:r>
            <a:endParaRPr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Отпечатайте профила на потребителя на страница Профил.</a:t>
            </a:r>
            <a:endParaRPr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Отпечатайте поставените теми за домашно, които Администраторът на сайта е добавил.</a:t>
            </a:r>
            <a:endParaRPr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Добавете функционалност за регистрация/логин на потребителя.</a:t>
            </a:r>
            <a:endParaRPr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Всички потребители по подразбиране се добавят като ученици. Има един администратор на сайта, чиято роля е посочена директно в базата данни.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Задача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1E63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Работи с базата данни и информацията в нея.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Методите в моделите обработват потока от информация в приложението - в нужния формат и количество я предоставят на  контролера и той от своя страна я прехвърля във видимата част на приложението. Или в обратна посока - поемат постъпващата в приложението потребителска информация и я записват в базата данни. Ако се налага преди това я трансформират.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	Model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Моделите - отговарят, променят свойствата на класа Х.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Контролерите - отговарят за методите/каква функционалност притежава/ на класа Х.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	Model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php artisan make:model </a:t>
            </a:r>
            <a:r>
              <a:rPr lang="en" b="1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Homework</a:t>
            </a:r>
            <a:endParaRPr b="1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	Model - създаване</a:t>
            </a:r>
            <a:endParaRPr sz="3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protected $fillable</a:t>
            </a: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= [</a:t>
            </a:r>
            <a:r>
              <a:rPr lang="en" i="1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данните, които потребителя може да записва в БД, изброени като елементи на маси</a:t>
            </a: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1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	Model </a:t>
            </a:r>
            <a:endParaRPr sz="3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27B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214306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Връзка с базата данни в Ларавел</a:t>
            </a:r>
            <a:endParaRPr sz="3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Конфигурационния файл, отговарящ за базата данни е </a:t>
            </a:r>
            <a:r>
              <a:rPr lang="en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config/database.php</a:t>
            </a:r>
            <a:endParaRPr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За да свържем приложението с неговата база данни в </a:t>
            </a:r>
            <a:r>
              <a:rPr lang="en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.env</a:t>
            </a:r>
            <a:endParaRPr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Попълваме съответните стойности за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DB_DATABASE=/името на базата данни/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DB_USERNAME=root/потребител/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DB_PASSWORD=secret/парола, ако има/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2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2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Връзка с базата данни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1B47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311700" y="2071059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Laravel Migration</a:t>
            </a:r>
            <a:endParaRPr sz="3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Миграциите са като GitHub за базата данни, позволяващи на екипа от разработчици лесно да променя и споделя структурата на базата данни на приложението.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Миграциите са съпроводени от т. нар. schema builder,  който позволява лесно да се построи конструкцията на базата данни.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Ако някога ви се е налагало да добавяте колона към таблица в базата данни	, миграциите решават и такива проблеми.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741B47"/>
                </a:solidFill>
                <a:uFill>
                  <a:noFill/>
                </a:uFill>
                <a:hlinkClick r:id="rId3"/>
              </a:rPr>
              <a:t>Facade Schema</a:t>
            </a:r>
            <a:r>
              <a:rPr lang="en" sz="1400">
                <a:solidFill>
                  <a:srgbClr val="434343"/>
                </a:solidFill>
                <a:uFill>
                  <a:noFill/>
                </a:uFill>
                <a:hlinkClick r:id="rId3"/>
              </a:rPr>
              <a:t> </a:t>
            </a:r>
            <a:r>
              <a:rPr lang="en" sz="1400" u="sng">
                <a:solidFill>
                  <a:srgbClr val="434343"/>
                </a:solidFill>
                <a:hlinkClick r:id="rId3"/>
              </a:rPr>
              <a:t>поддържа създаване и промяна на всички видове бази данни, които Ларавел поддържа.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741B47"/>
                </a:solidFill>
              </a:rPr>
              <a:t>Задача.</a:t>
            </a:r>
            <a:r>
              <a:rPr lang="en" sz="1400">
                <a:solidFill>
                  <a:srgbClr val="434343"/>
                </a:solidFill>
              </a:rPr>
              <a:t> </a:t>
            </a:r>
            <a:r>
              <a:rPr lang="en" sz="1400" i="1">
                <a:solidFill>
                  <a:srgbClr val="434343"/>
                </a:solidFill>
              </a:rPr>
              <a:t>Направете проект на нужната база данни за приложението, което разработваме</a:t>
            </a:r>
            <a:endParaRPr sz="1400" i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 b="1" i="1">
              <a:solidFill>
                <a:srgbClr val="434343"/>
              </a:solidFill>
            </a:endParaRPr>
          </a:p>
        </p:txBody>
      </p:sp>
      <p:sp>
        <p:nvSpPr>
          <p:cNvPr id="128" name="Google Shape;128;p2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Migration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За да създадете миграция използвайте командата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741B47"/>
                </a:solidFill>
              </a:rPr>
              <a:t>php artisan </a:t>
            </a:r>
            <a:r>
              <a:rPr lang="en" sz="1400">
                <a:solidFill>
                  <a:srgbClr val="434343"/>
                </a:solidFill>
              </a:rPr>
              <a:t>make:migration</a:t>
            </a:r>
            <a:r>
              <a:rPr lang="en" sz="1400">
                <a:solidFill>
                  <a:srgbClr val="741B47"/>
                </a:solidFill>
              </a:rPr>
              <a:t> create_users_table</a:t>
            </a:r>
            <a:endParaRPr sz="1400">
              <a:solidFill>
                <a:srgbClr val="741B47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Тя ще се появи в  database/migrations directory. </a:t>
            </a: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Всеки файл-миграция съдържа в името си момента, в който е създаден, което позволява на Ларавел да определи реда на миграциите.</a:t>
            </a: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741B47"/>
                </a:solidFill>
              </a:rPr>
              <a:t>Важно! </a:t>
            </a:r>
            <a:r>
              <a:rPr lang="en" sz="1400" i="1">
                <a:solidFill>
                  <a:srgbClr val="434343"/>
                </a:solidFill>
              </a:rPr>
              <a:t>Не изтривайте файловете-миграции, така нарушавате реда, който Ларавел следи!</a:t>
            </a:r>
            <a:endParaRPr sz="1400" i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Migration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Laravel се придържа към следната конвенция при именуване на 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Клас </a:t>
            </a:r>
            <a:r>
              <a:rPr lang="en" sz="1400" b="1">
                <a:solidFill>
                  <a:srgbClr val="741B47"/>
                </a:solidFill>
              </a:rPr>
              <a:t>Homeworks</a:t>
            </a:r>
            <a:endParaRPr sz="1400" b="1">
              <a:solidFill>
                <a:srgbClr val="741B47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Контролер </a:t>
            </a:r>
            <a:r>
              <a:rPr lang="en" sz="1400" b="1">
                <a:solidFill>
                  <a:srgbClr val="741B47"/>
                </a:solidFill>
              </a:rPr>
              <a:t>HomeworksController</a:t>
            </a:r>
            <a:endParaRPr sz="1400" b="1">
              <a:solidFill>
                <a:srgbClr val="741B47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Модел </a:t>
            </a:r>
            <a:r>
              <a:rPr lang="en" sz="1400" b="1">
                <a:solidFill>
                  <a:srgbClr val="741B47"/>
                </a:solidFill>
              </a:rPr>
              <a:t>Homework</a:t>
            </a:r>
            <a:endParaRPr sz="1400" b="1">
              <a:solidFill>
                <a:srgbClr val="741B47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Име на таблицата в БД </a:t>
            </a:r>
            <a:r>
              <a:rPr lang="en" sz="1400" b="1">
                <a:solidFill>
                  <a:srgbClr val="741B47"/>
                </a:solidFill>
              </a:rPr>
              <a:t>homeworks</a:t>
            </a:r>
            <a:endParaRPr sz="1400" b="1">
              <a:solidFill>
                <a:srgbClr val="741B47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200" i="1">
                <a:solidFill>
                  <a:srgbClr val="434343"/>
                </a:solidFill>
              </a:rPr>
              <a:t>При отклоняване от конвенцията за именуванер задължително се прилагат, дефинирани в документацията на Ларавел фиксове.</a:t>
            </a:r>
            <a:endParaRPr sz="1200" i="1">
              <a:solidFill>
                <a:srgbClr val="434343"/>
              </a:solidFill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Migration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--table и --create опциите, могат да бъдат използване за индикация дали се създава нова таблица или се прави модификация на вече съществуваща таблица.</a:t>
            </a: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Тези опции определят и съдържанието на файла-миграция.</a:t>
            </a: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Да пробваме -</a:t>
            </a: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741B47"/>
                </a:solidFill>
              </a:rPr>
              <a:t>php artisan make:migration create_courses_table --create=courses </a:t>
            </a:r>
            <a:r>
              <a:rPr lang="en" sz="1400">
                <a:solidFill>
                  <a:srgbClr val="666666"/>
                </a:solidFill>
              </a:rPr>
              <a:t>//създаваме таблица</a:t>
            </a:r>
            <a:r>
              <a:rPr lang="en" sz="1400">
                <a:solidFill>
                  <a:schemeClr val="dk1"/>
                </a:solidFill>
              </a:rPr>
              <a:t/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 b="1">
                <a:solidFill>
                  <a:srgbClr val="741B47"/>
                </a:solidFill>
              </a:rPr>
              <a:t>php artisan make:migration add_name_to_courses_table --table=courses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rgbClr val="434343"/>
                </a:solidFill>
              </a:rPr>
              <a:t>//добавяме колона към съществуваща таблица</a:t>
            </a: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Да разгледаме съдържанието на файла-миграция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49" name="Google Shape;149;p2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Migration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Миграция за таблица  users има по подразбиране в Ларавел. 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В нея можем да добавяме колони, ако преценим, че ни трябват. 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Нека добавим колона </a:t>
            </a:r>
            <a:r>
              <a:rPr lang="en" sz="1400">
                <a:solidFill>
                  <a:srgbClr val="741B47"/>
                </a:solidFill>
              </a:rPr>
              <a:t>user_role</a:t>
            </a:r>
            <a:r>
              <a:rPr lang="en" sz="1400">
                <a:solidFill>
                  <a:srgbClr val="434343"/>
                </a:solidFill>
              </a:rPr>
              <a:t>.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Преди да сме мигрирали/ процес при, който миграционния файл създава таблица в базата данни/ можем да добавим колоната, която ни трябва директно във файла. 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След миграция на таблицата, за да добавим колона трябва да използваме командата </a:t>
            </a: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741B47"/>
                </a:solidFill>
              </a:rPr>
              <a:t>php artisan make:migration add_user_role_to_users_table --table=users</a:t>
            </a:r>
            <a:endParaRPr sz="1400" b="1">
              <a:solidFill>
                <a:srgbClr val="741B47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</p:txBody>
      </p:sp>
      <p:sp>
        <p:nvSpPr>
          <p:cNvPr id="156" name="Google Shape;156;p2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Migration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Да изпълним следните стъпки за нашето приложение:</a:t>
            </a:r>
            <a:endParaRPr sz="1400">
              <a:solidFill>
                <a:srgbClr val="434343"/>
              </a:solidFill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</a:pPr>
            <a:r>
              <a:rPr lang="en" sz="1400">
                <a:solidFill>
                  <a:srgbClr val="434343"/>
                </a:solidFill>
              </a:rPr>
              <a:t>Създаваме база данни - laravel_students</a:t>
            </a:r>
            <a:endParaRPr sz="1400">
              <a:solidFill>
                <a:srgbClr val="434343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</a:pPr>
            <a:r>
              <a:rPr lang="en" sz="1400">
                <a:solidFill>
                  <a:srgbClr val="434343"/>
                </a:solidFill>
              </a:rPr>
              <a:t>Добавяме в .env нужната информация</a:t>
            </a:r>
            <a:endParaRPr sz="1400">
              <a:solidFill>
                <a:srgbClr val="434343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</a:pPr>
            <a:r>
              <a:rPr lang="en" sz="1400">
                <a:solidFill>
                  <a:srgbClr val="434343"/>
                </a:solidFill>
              </a:rPr>
              <a:t>Добавяме в CreateUsersTable миграционнен файл колона user_role</a:t>
            </a:r>
            <a:endParaRPr sz="1400">
              <a:solidFill>
                <a:srgbClr val="434343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</a:pPr>
            <a:r>
              <a:rPr lang="en" sz="1400">
                <a:solidFill>
                  <a:srgbClr val="434343"/>
                </a:solidFill>
              </a:rPr>
              <a:t>Модел User също е създаден при инсталацията на Ларавел, по късно в ще работим в него.</a:t>
            </a:r>
            <a:endParaRPr sz="1400">
              <a:solidFill>
                <a:srgbClr val="434343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</a:pPr>
            <a:r>
              <a:rPr lang="en" sz="1400">
                <a:solidFill>
                  <a:srgbClr val="434343"/>
                </a:solidFill>
              </a:rPr>
              <a:t>Изпълняваме командата рhp artisan migrate, която създава таблицата users в базата данни</a:t>
            </a:r>
            <a:endParaRPr sz="1400">
              <a:solidFill>
                <a:srgbClr val="434343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</a:pPr>
            <a:r>
              <a:rPr lang="en" sz="1400">
                <a:solidFill>
                  <a:srgbClr val="434343"/>
                </a:solidFill>
              </a:rPr>
              <a:t>Заедно с нея в базата данни се създават и други таблици - прегледайте ги. Те не бива да се трият.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</p:txBody>
      </p:sp>
      <p:sp>
        <p:nvSpPr>
          <p:cNvPr id="163" name="Google Shape;163;p2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0" y="30300"/>
            <a:ext cx="91947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Laravel Migration - да обобщим</a:t>
            </a:r>
            <a:endParaRPr sz="3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След изпълняването на командата ако се появи грешката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Изпълняваме - </a:t>
            </a:r>
            <a:r>
              <a:rPr lang="en" sz="1400" b="1">
                <a:solidFill>
                  <a:srgbClr val="741B47"/>
                </a:solidFill>
              </a:rPr>
              <a:t>migrate:rollback</a:t>
            </a:r>
            <a:r>
              <a:rPr lang="en" sz="1400">
                <a:solidFill>
                  <a:srgbClr val="434343"/>
                </a:solidFill>
              </a:rPr>
              <a:t> - изтриваме таблиците в базата данни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</p:txBody>
      </p:sp>
      <p:sp>
        <p:nvSpPr>
          <p:cNvPr id="170" name="Google Shape;170;p3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0"/>
          <p:cNvSpPr txBox="1"/>
          <p:nvPr/>
        </p:nvSpPr>
        <p:spPr>
          <a:xfrm>
            <a:off x="0" y="30300"/>
            <a:ext cx="91947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Laravel Migration - да обобщим</a:t>
            </a:r>
            <a:endParaRPr sz="3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30" descr="Untit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8663" y="1856988"/>
            <a:ext cx="6238875" cy="19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i="1">
                <a:solidFill>
                  <a:srgbClr val="434343"/>
                </a:solidFill>
              </a:rPr>
              <a:t>След Ларавел 5,4 трябва да се съобразим със следното</a:t>
            </a:r>
            <a:endParaRPr sz="1100" b="1" i="1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434343"/>
                </a:solidFill>
              </a:rPr>
              <a:t>Дължината на индексите и MySQL / MariaDB</a:t>
            </a:r>
            <a:endParaRPr sz="1100" b="1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 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По подразбиране Laravel използва utf8mb4, което позволява и съхраняване на "emojis" в базата данни. </a:t>
            </a: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Ако използвате версия на MySQL, по-стара от 5.7.7 или MariaDB по-стара от 10.2.2, ще трябва да конфигурирате дължината на стринга по подразбиране, генериран при миграция, с цел MySQL да създаде индекси за тях.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</p:txBody>
      </p:sp>
      <p:sp>
        <p:nvSpPr>
          <p:cNvPr id="178" name="Google Shape;178;p3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Migration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Единия от вариантите за това е чрез извикване на метода Schema::defaultStringLength в AppServiceProvider: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use Illuminate\Support\Facades\Schema;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/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/**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* Bootstrap any application services.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*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* @return void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*/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public function boot()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{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</a:t>
            </a:r>
            <a:r>
              <a:rPr lang="en" sz="1100">
                <a:solidFill>
                  <a:srgbClr val="741B47"/>
                </a:solidFill>
              </a:rPr>
              <a:t> Schema::defaultStringLength(191);</a:t>
            </a:r>
            <a:br>
              <a:rPr lang="en" sz="1100">
                <a:solidFill>
                  <a:srgbClr val="741B47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}</a:t>
            </a:r>
            <a:endParaRPr sz="11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85" name="Google Shape;185;p3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2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Migration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oтново изпълняваме командата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php artisan migrate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100" b="1">
                <a:solidFill>
                  <a:srgbClr val="434343"/>
                </a:solidFill>
              </a:rPr>
              <a:t>Получаваме съобщение за успешна миграция и създаване на таблици.</a:t>
            </a:r>
            <a:endParaRPr sz="1100" b="1">
              <a:solidFill>
                <a:srgbClr val="434343"/>
              </a:solidFill>
            </a:endParaRPr>
          </a:p>
        </p:txBody>
      </p:sp>
      <p:sp>
        <p:nvSpPr>
          <p:cNvPr id="192" name="Google Shape;192;p3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Migration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33" descr="Untit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163" y="2248575"/>
            <a:ext cx="545782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394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>
            <a:spLocks noGrp="1"/>
          </p:cNvSpPr>
          <p:nvPr>
            <p:ph type="title"/>
          </p:nvPr>
        </p:nvSpPr>
        <p:spPr>
          <a:xfrm>
            <a:off x="311700" y="48788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Homework Laravel Migration</a:t>
            </a: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-"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Довършете базата данни на проекта в рнрMyAdmin</a:t>
            </a: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-"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Добавете PK, FK, индекси на таблиците</a:t>
            </a: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797</Words>
  <Application>Microsoft Office PowerPoint</Application>
  <PresentationFormat>Презентация на цял екран (16:9)</PresentationFormat>
  <Paragraphs>123</Paragraphs>
  <Slides>22</Slides>
  <Notes>22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22</vt:i4>
      </vt:variant>
    </vt:vector>
  </HeadingPairs>
  <TitlesOfParts>
    <vt:vector size="26" baseType="lpstr">
      <vt:lpstr>Arial</vt:lpstr>
      <vt:lpstr>Calibri</vt:lpstr>
      <vt:lpstr>Syncopate</vt:lpstr>
      <vt:lpstr>simple-light-2</vt:lpstr>
      <vt:lpstr>web разработка</vt:lpstr>
      <vt:lpstr>Презентация на PowerPoint</vt:lpstr>
      <vt:lpstr>Презентация на PowerPoint</vt:lpstr>
      <vt:lpstr>Model V C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Връзка с базата данни в Ларавел</vt:lpstr>
      <vt:lpstr>Презентация на PowerPoint</vt:lpstr>
      <vt:lpstr>Laravel Migration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Homework Laravel Migration  Довършете базата данни на проекта в рнрMyAdmin Добавете PK, FK, индекси на таблиците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>Milena</dc:creator>
  <cp:lastModifiedBy>Ariel</cp:lastModifiedBy>
  <cp:revision>2</cp:revision>
  <dcterms:modified xsi:type="dcterms:W3CDTF">2019-10-02T10:26:12Z</dcterms:modified>
</cp:coreProperties>
</file>