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Syncopate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24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2ee38ec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62ee38ec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62f59cb1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62f59cb1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2f59cb14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62f59cb14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388b204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388b204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c8eb602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fc8eb602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c8eb602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fc8eb602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c8eb602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fc8eb602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c8eb602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1fc8eb602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fc8eb602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fc8eb602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3083cba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63083cba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63083cbad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63083cbad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fc8eb60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1fc8eb60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a8d889b121cba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8a8d889b121cba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62f59cb14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62f59cb14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fd7f6f7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fd7f6f7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c8eb602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fc8eb602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fc8eb602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fc8eb602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d7f6f7d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fd7f6f7d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4c33bbef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24c33bbef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d7f6f7d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1fd7f6f7d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4c33bbef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24c33bbef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2f59cb14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62f59cb14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2f59cb14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62f59cb14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62f59cb14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62f59cb14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controllers#resource-controller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stfulapi.net/rest-put-vs-post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8/eloquent#inserting-and-updating-model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ravel.com/docs/6.x/eloquent#deleting-models" TargetMode="External"/><Relationship Id="rId5" Type="http://schemas.openxmlformats.org/officeDocument/2006/relationships/hyperlink" Target="https://laravel.com/docs/6.x/eloquent#updates" TargetMode="External"/><Relationship Id="rId4" Type="http://schemas.openxmlformats.org/officeDocument/2006/relationships/hyperlink" Target="https://laravel.com/docs/5.5/eloquent#mass-assignment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collective.com/doc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collective.com/docs/6.0/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24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Laravel CRUD</a:t>
            </a:r>
            <a:endParaRPr sz="3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Работа с потребителски данни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Laravel resource controllers and CRUD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Create resource controllers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Routes&amp;resource контролери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post, get, </a:t>
            </a:r>
            <a:r>
              <a:rPr lang="en" sz="1400">
                <a:solidFill>
                  <a:srgbClr val="E91E63"/>
                </a:solidFill>
              </a:rPr>
              <a:t>put, delete</a:t>
            </a:r>
            <a:r>
              <a:rPr lang="en" sz="1400"/>
              <a:t> etc 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route:list, except, only /route/ 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CRUD 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Base tables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Related tables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Security 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CSRF protection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data escaping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Добавяне на пакети - 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Laravel Collective - HTML&amp;Forms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А. Отпечатайте всички курсове на страница курсове с бутон за промяна и изтриване. Добавете бутон за добавяне на нов курс.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Направете CRUD за курсовете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r>
              <a:rPr lang="en" i="1"/>
              <a:t>въведете предварително нужната информация в базата данни</a:t>
            </a:r>
            <a:endParaRPr i="1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1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Tip </a:t>
            </a:r>
            <a:endParaRPr i="1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Controller </a:t>
            </a:r>
            <a:r>
              <a:rPr lang="en"/>
              <a:t>		 </a:t>
            </a:r>
            <a:r>
              <a:rPr lang="en">
                <a:solidFill>
                  <a:srgbClr val="CC0000"/>
                </a:solidFill>
              </a:rPr>
              <a:t>Model </a:t>
            </a:r>
            <a:r>
              <a:rPr lang="en"/>
              <a:t>				 </a:t>
            </a:r>
            <a:r>
              <a:rPr lang="en">
                <a:solidFill>
                  <a:srgbClr val="38761D"/>
                </a:solidFill>
              </a:rPr>
              <a:t>View</a:t>
            </a:r>
            <a:r>
              <a:rPr lang="en"/>
              <a:t> 				</a:t>
            </a:r>
            <a:r>
              <a:rPr lang="en">
                <a:solidFill>
                  <a:srgbClr val="F1C232"/>
                </a:solidFill>
              </a:rPr>
              <a:t>Routes</a:t>
            </a:r>
            <a:endParaRPr>
              <a:solidFill>
                <a:srgbClr val="F1C232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/sends 			</a:t>
            </a:r>
            <a:r>
              <a:rPr lang="en">
                <a:solidFill>
                  <a:srgbClr val="CC0000"/>
                </a:solidFill>
              </a:rPr>
              <a:t>/modifies data,</a:t>
            </a:r>
            <a:r>
              <a:rPr lang="en"/>
              <a:t> 		</a:t>
            </a:r>
            <a:r>
              <a:rPr lang="en">
                <a:solidFill>
                  <a:srgbClr val="38761D"/>
                </a:solidFill>
              </a:rPr>
              <a:t>/displays data		</a:t>
            </a:r>
            <a:r>
              <a:rPr lang="en">
                <a:solidFill>
                  <a:srgbClr val="F1C232"/>
                </a:solidFill>
              </a:rPr>
              <a:t>/permits</a:t>
            </a:r>
            <a:endParaRPr>
              <a:solidFill>
                <a:srgbClr val="F1C232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Requests		</a:t>
            </a:r>
            <a:r>
              <a:rPr lang="en">
                <a:solidFill>
                  <a:srgbClr val="CC0000"/>
                </a:solidFill>
              </a:rPr>
              <a:t>operates with DB/</a:t>
            </a:r>
            <a:r>
              <a:rPr lang="en"/>
              <a:t>		</a:t>
            </a:r>
            <a:r>
              <a:rPr lang="en">
                <a:solidFill>
                  <a:srgbClr val="38761D"/>
                </a:solidFill>
              </a:rPr>
              <a:t>asks for data/		</a:t>
            </a:r>
            <a:r>
              <a:rPr lang="en">
                <a:solidFill>
                  <a:srgbClr val="F1C232"/>
                </a:solidFill>
              </a:rPr>
              <a:t>requests flow/</a:t>
            </a:r>
            <a:endParaRPr>
              <a:solidFill>
                <a:srgbClr val="F1C232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data/</a:t>
            </a:r>
            <a:r>
              <a:rPr lang="en"/>
              <a:t> 		 		  		 </a:t>
            </a:r>
            <a:endParaRPr/>
          </a:p>
          <a:p>
            <a:pPr marL="13716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1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Laravel resource controllers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u="sng">
                <a:solidFill>
                  <a:schemeClr val="hlink"/>
                </a:solidFill>
                <a:hlinkClick r:id="rId3"/>
              </a:rPr>
              <a:t>Resource Controllers</a:t>
            </a:r>
            <a:endParaRPr sz="1700" b="1" u="sng">
              <a:solidFill>
                <a:schemeClr val="hlink"/>
              </a:solidFill>
              <a:hlinkClick r:id="rId3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Laravel позволява декларирането на "CRUD" пътищата /routes/ свързани с даден контролер с един ред код.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u="sng">
                <a:solidFill>
                  <a:schemeClr val="dk1"/>
                </a:solidFill>
              </a:rPr>
              <a:t>Задача</a:t>
            </a:r>
            <a:r>
              <a:rPr lang="en" sz="1100">
                <a:solidFill>
                  <a:schemeClr val="dk1"/>
                </a:solidFill>
              </a:rPr>
              <a:t> Създайте контролер, обработващ всички HTTP заявки, свързани с курсовете, които се пазят във вашето приложение.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*</a:t>
            </a:r>
            <a:r>
              <a:rPr lang="en" sz="1100" i="1">
                <a:solidFill>
                  <a:schemeClr val="dk1"/>
                </a:solidFill>
              </a:rPr>
              <a:t>HTTP заявки</a:t>
            </a:r>
            <a:r>
              <a:rPr lang="en" sz="1100">
                <a:solidFill>
                  <a:schemeClr val="dk1"/>
                </a:solidFill>
              </a:rPr>
              <a:t> - 	</a:t>
            </a:r>
            <a:r>
              <a:rPr lang="en" sz="1100" i="1">
                <a:solidFill>
                  <a:schemeClr val="dk1"/>
                </a:solidFill>
              </a:rPr>
              <a:t>get = read resource, </a:t>
            </a: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</a:rPr>
              <a:t>			post = create resource</a:t>
            </a:r>
            <a:endParaRPr sz="1100" i="1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</a:rPr>
              <a:t>put = fully update resource, </a:t>
            </a:r>
            <a:endParaRPr sz="1100" i="1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</a:rPr>
              <a:t>patch = partially update resource, </a:t>
            </a:r>
            <a:endParaRPr sz="1100" i="1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</a:rPr>
              <a:t>delete = delete resource</a:t>
            </a: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u="sng">
                <a:solidFill>
                  <a:schemeClr val="hlink"/>
                </a:solidFill>
                <a:hlinkClick r:id="rId4"/>
              </a:rPr>
              <a:t>More about post, put, patch request</a:t>
            </a: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//създаваме контролер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php artisan make:controller CoursesController --resource</a:t>
            </a:r>
            <a:endParaRPr sz="1100" b="1">
              <a:solidFill>
                <a:srgbClr val="E91E6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rgbClr val="E91E6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//командата създава контролера в </a:t>
            </a:r>
            <a:r>
              <a:rPr lang="en" sz="1100">
                <a:solidFill>
                  <a:srgbClr val="E91E63"/>
                </a:solidFill>
              </a:rPr>
              <a:t>app/Http/Controllers/CourseController.php.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91E63"/>
                </a:solidFill>
              </a:rPr>
              <a:t>CoursesController</a:t>
            </a:r>
            <a:r>
              <a:rPr lang="en" sz="1100">
                <a:solidFill>
                  <a:schemeClr val="dk1"/>
                </a:solidFill>
              </a:rPr>
              <a:t> съдържа метод за всяка от CRUD операциите.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Следваща стъпка - регистриране на resourceful routes за </a:t>
            </a:r>
            <a:r>
              <a:rPr lang="en" sz="1100" b="1">
                <a:solidFill>
                  <a:srgbClr val="E91E63"/>
                </a:solidFill>
              </a:rPr>
              <a:t>CoursesController</a:t>
            </a:r>
            <a:r>
              <a:rPr lang="en" sz="1100">
                <a:solidFill>
                  <a:schemeClr val="dk1"/>
                </a:solidFill>
              </a:rPr>
              <a:t> -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Route::resource('courses', 'CoursesController')</a:t>
            </a:r>
            <a:endParaRPr sz="1100" b="1">
              <a:solidFill>
                <a:srgbClr val="E91E6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E91E6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 тази декларация регистрираме нужните пътища, които ще направят възможни действията свързани с управляването на съответния ресурс - курсовете в приложението.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Използвайте командата -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php artisan route:list</a:t>
            </a:r>
            <a:endParaRPr sz="1100" b="1">
              <a:solidFill>
                <a:srgbClr val="E91E6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И разгледайте съществуващите пътища, отнасящи се до </a:t>
            </a:r>
            <a:r>
              <a:rPr lang="en" sz="1100" b="1">
                <a:solidFill>
                  <a:srgbClr val="E91E63"/>
                </a:solidFill>
              </a:rPr>
              <a:t>CoursesController.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Какви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заявки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изпълнява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контролера 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1" descr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238" y="939838"/>
            <a:ext cx="58959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Spoofing Form Methods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HTML формите не изпълняват PUT, PATCH, or DELETE заявки.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Добавяме скрито </a:t>
            </a:r>
            <a:r>
              <a:rPr lang="en" sz="1100">
                <a:solidFill>
                  <a:srgbClr val="E91E63"/>
                </a:solidFill>
              </a:rPr>
              <a:t>_method</a:t>
            </a:r>
            <a:r>
              <a:rPr lang="en" sz="1100">
                <a:solidFill>
                  <a:schemeClr val="dk1"/>
                </a:solidFill>
              </a:rPr>
              <a:t> поле. С този трик формите разбират заявката и я изпълняват.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{{ method_field('PUT') }}</a:t>
            </a:r>
            <a:endParaRPr sz="1100" b="1">
              <a:solidFill>
                <a:srgbClr val="E91E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311700" y="1143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Частични Resource пътища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Можем да изключим част от пътищата, които се декларират по подразбиране с Route::resource.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Така ограничаваме resource контролера и той изпълнява само част от действията.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Route::resource('</a:t>
            </a:r>
            <a:r>
              <a:rPr lang="en" sz="1100" b="1">
                <a:solidFill>
                  <a:srgbClr val="E91E63"/>
                </a:solidFill>
              </a:rPr>
              <a:t>courses</a:t>
            </a:r>
            <a:r>
              <a:rPr lang="en" sz="1100">
                <a:solidFill>
                  <a:schemeClr val="dk1"/>
                </a:solidFill>
              </a:rPr>
              <a:t>', CourseController', [</a:t>
            </a:r>
            <a:r>
              <a:rPr lang="en" sz="1100" b="1">
                <a:solidFill>
                  <a:srgbClr val="E91E63"/>
                </a:solidFill>
              </a:rPr>
              <a:t>'only' =&gt; ['index', 'show'</a:t>
            </a:r>
            <a:r>
              <a:rPr lang="en" sz="1100">
                <a:solidFill>
                  <a:schemeClr val="dk1"/>
                </a:solidFill>
              </a:rPr>
              <a:t>]]);</a:t>
            </a:r>
            <a:endParaRPr sz="11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//позволяваме само показването на списъка от всички курсове и показването на един курс. </a:t>
            </a:r>
            <a:endParaRPr sz="11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//Никакви други действия, свързани с курсовете  не са достъпни</a:t>
            </a:r>
            <a:endParaRPr sz="11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</a:rPr>
              <a:t>! дефинираните по подразбиране методи, от контролера, които не се използват, се премахват от него!</a:t>
            </a: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Route::resource(</a:t>
            </a:r>
            <a:r>
              <a:rPr lang="en" sz="1100" b="1">
                <a:solidFill>
                  <a:srgbClr val="E91E63"/>
                </a:solidFill>
              </a:rPr>
              <a:t>'courses'</a:t>
            </a:r>
            <a:r>
              <a:rPr lang="en" sz="1100">
                <a:solidFill>
                  <a:schemeClr val="dk1"/>
                </a:solidFill>
              </a:rPr>
              <a:t>, CourseController', [</a:t>
            </a:r>
            <a:r>
              <a:rPr lang="en" sz="1100" b="1">
                <a:solidFill>
                  <a:srgbClr val="E91E63"/>
                </a:solidFill>
              </a:rPr>
              <a:t>'except' =&gt; ['create', 'store', 'update', 'destroy'</a:t>
            </a:r>
            <a:r>
              <a:rPr lang="en" sz="1100">
                <a:solidFill>
                  <a:schemeClr val="dk1"/>
                </a:solidFill>
              </a:rPr>
              <a:t>]]);</a:t>
            </a:r>
            <a:endParaRPr sz="11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//не са достъпни действията по създаване, запазване, актуализиране и изтриване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43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Даване на имена на Resource Routes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Всички действия/заявки/, които изпълнява </a:t>
            </a:r>
            <a:r>
              <a:rPr lang="en" sz="1200" i="1">
                <a:solidFill>
                  <a:schemeClr val="dk1"/>
                </a:solidFill>
              </a:rPr>
              <a:t>resource контролера</a:t>
            </a:r>
            <a:r>
              <a:rPr lang="en" sz="1200">
                <a:solidFill>
                  <a:schemeClr val="dk1"/>
                </a:solidFill>
              </a:rPr>
              <a:t> имат име по подразбиране, което може да бъде променено.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Route::resource('courses', ‘CoursesController', </a:t>
            </a:r>
            <a:r>
              <a:rPr lang="en" sz="1200" b="1">
                <a:solidFill>
                  <a:srgbClr val="E91E63"/>
                </a:solidFill>
              </a:rPr>
              <a:t>['names' =&gt; [‘create' =&gt; 'course.build']]</a:t>
            </a:r>
            <a:r>
              <a:rPr lang="en" sz="1200">
                <a:solidFill>
                  <a:schemeClr val="dk1"/>
                </a:solidFill>
              </a:rPr>
              <a:t>);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434343"/>
                </a:solidFill>
              </a:rPr>
              <a:t>//проверете с route:list как изглежда пътя, регистриран по този начин</a:t>
            </a:r>
            <a:endParaRPr sz="1200" i="1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Пътищата, чиито имена променяте, се добавят като елементи в масива </a:t>
            </a:r>
            <a:r>
              <a:rPr lang="en" sz="1200">
                <a:solidFill>
                  <a:srgbClr val="E91E63"/>
                </a:solidFill>
              </a:rPr>
              <a:t>‘names’</a:t>
            </a:r>
            <a:endParaRPr sz="12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E91E63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E91E63"/>
                </a:solidFill>
              </a:rPr>
              <a:t>['names' =&gt; [‘create' =&gt; course.build',</a:t>
            </a:r>
            <a:endParaRPr sz="1100" b="1">
              <a:solidFill>
                <a:srgbClr val="E91E63"/>
              </a:solidFill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‘show’=&gt;’yourCustomRouteNameHere’]</a:t>
            </a:r>
            <a:endParaRPr sz="1300">
              <a:solidFill>
                <a:srgbClr val="E91E63"/>
              </a:solidFill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43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Допълване на Resource Контролерите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Ако е необходимо, може да добавите пътища към основните.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Допълнителните пътища трябва да бъдат дефинирани преди декларацията Route::resource.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Route::get(courses'/additional', CoursesController@methodName');</a:t>
            </a:r>
            <a:r>
              <a:rPr lang="en" sz="1100">
                <a:solidFill>
                  <a:schemeClr val="dk1"/>
                </a:solidFill>
              </a:rPr>
              <a:t> //допълнителен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rgbClr val="CC0066"/>
                </a:solidFill>
              </a:rPr>
              <a:t>Route::resource(courses', CoursesController');</a:t>
            </a:r>
            <a:r>
              <a:rPr lang="en" sz="1100">
                <a:solidFill>
                  <a:schemeClr val="dk1"/>
                </a:solidFill>
              </a:rPr>
              <a:t> //основни пътища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resource controllers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CSRF и Ларавел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933FF"/>
                </a:solidFill>
              </a:rPr>
              <a:t>CSRF/Cross-site request forgeries/</a:t>
            </a:r>
            <a:r>
              <a:rPr lang="en" sz="1100">
                <a:solidFill>
                  <a:schemeClr val="dk1"/>
                </a:solidFill>
              </a:rPr>
              <a:t> се отнасят за случаите, в които неоторизирани заявки се изпълняват от името на оторизиран потребител.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Предпазването от CSRF в Ларавел става с автоматично генериран  CSRF "token" за всяка активна потребителска сесия.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С този token се удостоверява, че оторизирания потребител е този, който прави заявка към приложението.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Всяка HTML</a:t>
            </a:r>
            <a:r>
              <a:rPr lang="en" sz="1100" b="1" u="sng">
                <a:solidFill>
                  <a:srgbClr val="9900FF"/>
                </a:solidFill>
              </a:rPr>
              <a:t> форма в приложението</a:t>
            </a:r>
            <a:r>
              <a:rPr lang="en" sz="1100">
                <a:solidFill>
                  <a:schemeClr val="dk1"/>
                </a:solidFill>
              </a:rPr>
              <a:t> трябва да съдържа скрито CSRF token поле, чрез което да се валидира заявката.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&lt;form method="POST" action="/lectures"&gt;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</a:t>
            </a:r>
            <a:r>
              <a:rPr lang="en" sz="1100" b="1">
                <a:solidFill>
                  <a:srgbClr val="E91E63"/>
                </a:solidFill>
              </a:rPr>
              <a:t>{{ csrf_field() }}</a:t>
            </a: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...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&lt;/form&gt;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CSRF и Ларавел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 methods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body" idx="1"/>
          </p:nvPr>
        </p:nvSpPr>
        <p:spPr>
          <a:xfrm>
            <a:off x="311700" y="1143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Create / Store -&gt;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https://laravel.com/docs/6.x/eloquent#inserting-and-updating-models</a:t>
            </a: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			-&gt;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https://laravel.com/docs/6.x/eloquent#mass-assignment</a:t>
            </a: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Edit/Update -&gt; </a:t>
            </a:r>
            <a:r>
              <a:rPr lang="en" sz="1300" u="sng">
                <a:solidFill>
                  <a:schemeClr val="hlink"/>
                </a:solidFill>
                <a:hlinkClick r:id="rId5"/>
              </a:rPr>
              <a:t>https://laravel.com/docs/6.x/eloquent#updates</a:t>
            </a: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		</a:t>
            </a: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Destroy -&gt; </a:t>
            </a:r>
            <a:r>
              <a:rPr lang="en" sz="1300" u="sng">
                <a:solidFill>
                  <a:schemeClr val="hlink"/>
                </a:solidFill>
                <a:hlinkClick r:id="rId6"/>
              </a:rPr>
              <a:t>https://laravel.com/docs/6.x/eloquent#deleting-models</a:t>
            </a:r>
            <a:endParaRPr sz="13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CRUD methods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Направете CRUD за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Курсове /Отпечатайте всички курсове на страница курсове с бутон за промяна и изтриване. Добавете бутон за добавяне на нов курс./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Зали, с които разполага ВСО /Отпечатайте всички зали на страница зали с бутон за промяна и изтриване. Добавете бутон за добавяне на нова зала/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Тип събитие,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Тип файлове - rar, zip, ….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Випуск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Тип сертификат</a:t>
            </a:r>
            <a:endParaRPr sz="1400"/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i="1" u="sng"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400"/>
              <a:t>*</a:t>
            </a:r>
            <a:r>
              <a:rPr lang="en" sz="1400" i="1"/>
              <a:t>забележка</a:t>
            </a:r>
            <a:r>
              <a:rPr lang="en" sz="1400"/>
              <a:t> Формите да бъдат направени с Laravel/Collective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1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u="sng"/>
              <a:t>Checklist</a:t>
            </a:r>
            <a:endParaRPr sz="1400" i="1" u="sng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Таблица в БД - миграции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Модел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Контролер 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Вюта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Пътища/с параметри/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1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Добавяне на допълнителни пакети в Ларавел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LaravelCollective/Html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Стъпка 0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Намираме, необходимия пакет и прочитаме документацията, започвайки от стъпките за добавянето му към проект.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LaravelCollective/Html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Инсталиране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Стъпка 1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Добавяме допълнителните пакет чрез Composer.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Вариант 1</a:t>
            </a: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Променяме composer.json - добавяме декларация, с която да бъде добавен laravelcollective/html към приложението ни.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"require": {</a:t>
            </a:r>
            <a:b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    "laravelcollective/html": "~5.0"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//пакета и необходимата версия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Актуализираме Composer в конзолата  с командата 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composer update</a:t>
            </a: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!трябва да сте сигурни, че исканата версия е съвместима с версията на Laravel и другите, инсталирани пакети!</a:t>
            </a: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Инсталиране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Вариант 2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Добавяме допълнителните пакет чрез Composer.</a:t>
            </a: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Директно в конзолата с командата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composer require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b="1">
                <a:solidFill>
                  <a:srgbClr val="8E7CC3"/>
                </a:solidFill>
                <a:latin typeface="Calibri"/>
                <a:ea typeface="Calibri"/>
                <a:cs typeface="Calibri"/>
                <a:sym typeface="Calibri"/>
              </a:rPr>
              <a:t>името-на-пакет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а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Командата добавя пакета в composer.json като преценява коя версия на пакета да инсталира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Забележка</a:t>
            </a: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Възможно е и с тази команда да поискате инсталирането на конкретна версия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Инсталиране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Стъпка 2 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Добавяме новия 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provider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в масива 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providers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config/app.php:</a:t>
            </a:r>
            <a:endParaRPr b="1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'providers' =&gt; [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	...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		'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Collective\Html\HtmlServiceProvider',</a:t>
            </a:r>
            <a:b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	...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],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//всеки пакет, обикновено, съдържа инструкция за добавяне към Ларавел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Инсталиране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Стъпка 3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Добавяме синоним/и, с който ще извикваме класа/класовете в масива 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aliases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config/app.php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'</a:t>
            </a:r>
            <a:r>
              <a:rPr lang="en" b="1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aliases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' =&gt; [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// ...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  'Form' =&gt; 'Collective\Html\FormFacade',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  'Html' =&gt; 'Collective\Html\HtmlFacade',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// ...</a:t>
            </a:r>
            <a:b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],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Инсталиране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7CC3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Генериране на форми чрез laravelcollective/html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Отварящ и затварящ form - тагове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{!! Form::open(array('url' =&gt; 'foo/bar')) !!}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//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{!! Form::close() !!}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По подразбиране, тези декларации зареждат POST метод. 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Може да зададете друг, чрез - Form::open(array('url' =&gt; 'foo/bar', </a:t>
            </a:r>
            <a:r>
              <a:rPr lang="en" sz="1200" b="1">
                <a:solidFill>
                  <a:srgbClr val="8E7CC3"/>
                </a:solidFill>
              </a:rPr>
              <a:t>'method' =&gt; 'put'</a:t>
            </a:r>
            <a:r>
              <a:rPr lang="en" sz="1200">
                <a:solidFill>
                  <a:schemeClr val="dk1"/>
                </a:solidFill>
              </a:rPr>
              <a:t>))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Обърнете внимание:</a:t>
            </a:r>
            <a:r>
              <a:rPr lang="en" sz="1200">
                <a:solidFill>
                  <a:schemeClr val="dk1"/>
                </a:solidFill>
              </a:rPr>
              <a:t> Laravelcollective/html автоматично добавя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GET, PUT и DELETE методите, както и 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скрито CSRF token поле 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 i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Повече за останалите елементи на формата </a:t>
            </a:r>
            <a:endParaRPr sz="1400" i="1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форми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7BA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{{ }} vs {!! !!}</a:t>
            </a:r>
            <a:endParaRPr sz="3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{{}} - ескейпва съдържанието</a:t>
            </a:r>
            <a:endParaRPr sz="11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{!! !!} - не ескейпва съдържанието. Само при гарантиран източник на отпечатваното съдържание!!</a:t>
            </a:r>
            <a:endParaRPr sz="11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 i="1">
                <a:solidFill>
                  <a:srgbClr val="434343"/>
                </a:solidFill>
              </a:rPr>
              <a:t>Демо</a:t>
            </a:r>
            <a:endParaRPr sz="1100" i="1">
              <a:solidFill>
                <a:srgbClr val="434343"/>
              </a:solidFill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{{ }} vs {!! !!}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7CC3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 на свързани таблици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Направете CRUD на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 Модулите</a:t>
            </a:r>
            <a:endParaRPr/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u="sng"/>
              <a:t>Модулите имат</a:t>
            </a:r>
            <a:endParaRPr sz="1400" i="1" u="sng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Име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Курс, към който принадлежат</a:t>
            </a: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3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Лекциите </a:t>
            </a:r>
            <a:endParaRPr/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u="sng"/>
              <a:t>Лекциите имат</a:t>
            </a:r>
            <a:r>
              <a:rPr lang="en" sz="1400"/>
              <a:t> 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Име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модул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Дата на провеждане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rgbClr val="FF0000"/>
                </a:solidFill>
              </a:rPr>
              <a:t>ново</a:t>
            </a:r>
            <a:r>
              <a:rPr lang="en"/>
              <a:t> Място на провеждане - зала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 Студентите</a:t>
            </a:r>
            <a:endParaRPr/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u="sng"/>
              <a:t>Студентите имат</a:t>
            </a:r>
            <a:endParaRPr sz="1400" i="1" u="sng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Потребителско име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Профилна информация - първо, второ име	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Курс, в който са записани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3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Презентация на цял екран (16:9)</PresentationFormat>
  <Paragraphs>225</Paragraphs>
  <Slides>32</Slides>
  <Notes>32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32</vt:i4>
      </vt:variant>
    </vt:vector>
  </HeadingPairs>
  <TitlesOfParts>
    <vt:vector size="36" baseType="lpstr">
      <vt:lpstr>Arial</vt:lpstr>
      <vt:lpstr>Calibri</vt:lpstr>
      <vt:lpstr>Syncopate</vt:lpstr>
      <vt:lpstr>simple-light-2</vt:lpstr>
      <vt:lpstr>web разработка</vt:lpstr>
      <vt:lpstr>Презентация на PowerPoint</vt:lpstr>
      <vt:lpstr>Презентация на PowerPoint</vt:lpstr>
      <vt:lpstr>Презентация на PowerPoint</vt:lpstr>
      <vt:lpstr>Laravel resource controllers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CSRF и Ларавел</vt:lpstr>
      <vt:lpstr>Презентация на PowerPoint</vt:lpstr>
      <vt:lpstr>CRUD methods</vt:lpstr>
      <vt:lpstr>Презентация на PowerPoint</vt:lpstr>
      <vt:lpstr>Презентация на PowerPoint</vt:lpstr>
      <vt:lpstr>Презентация на PowerPoint</vt:lpstr>
      <vt:lpstr>Добавяне на допълнителни пакети в Ларавел LaravelCollective/Html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Генериране на форми чрез laravelcollective/html </vt:lpstr>
      <vt:lpstr>Презентация на PowerPoint</vt:lpstr>
      <vt:lpstr>{{ }} vs {!! !!} </vt:lpstr>
      <vt:lpstr>Презентация на PowerPoint</vt:lpstr>
      <vt:lpstr>CRUD на свързани таблици 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</cp:revision>
  <dcterms:modified xsi:type="dcterms:W3CDTF">2019-10-09T15:24:29Z</dcterms:modified>
</cp:coreProperties>
</file>