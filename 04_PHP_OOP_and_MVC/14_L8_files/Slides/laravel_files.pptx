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Syncopate" panose="020B060402020202020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70657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653b710f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653b710f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653b710fb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653b710fb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53b710f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653b710f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e0fa50a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5e0fa50a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c8eb602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fc8eb602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e0fa50a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25e0fa50a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00a47f8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900a47f8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c8eb602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fc8eb602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00a47f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900a47f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e0fa50a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5e0fa50a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filesyste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aravel.com/docs/5.5/validation#rule-mimetype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24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000" b="1" dirty="0">
                <a:solidFill>
                  <a:srgbClr val="FFFFFF"/>
                </a:solidFill>
              </a:rPr>
              <a:t>Laravel</a:t>
            </a:r>
            <a:endParaRPr sz="30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200" b="1">
                <a:solidFill>
                  <a:srgbClr val="FFFFFF"/>
                </a:solidFill>
              </a:rPr>
              <a:t>Работа </a:t>
            </a:r>
            <a:r>
              <a:rPr lang="en" sz="3200" b="1" smtClean="0">
                <a:solidFill>
                  <a:srgbClr val="FFFFFF"/>
                </a:solidFill>
              </a:rPr>
              <a:t>с </a:t>
            </a:r>
            <a:r>
              <a:rPr lang="en" sz="3200" b="1">
                <a:solidFill>
                  <a:srgbClr val="FFFFFF"/>
                </a:solidFill>
              </a:rPr>
              <a:t>файлове</a:t>
            </a:r>
            <a:endParaRPr sz="3200" b="1" dirty="0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</a:t>
            </a:r>
            <a:r>
              <a:rPr lang="en" sz="1400" b="1" i="0" u="none" strike="noStrike" cap="none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11.201</a:t>
            </a:r>
            <a:r>
              <a:rPr lang="en" b="1" smtClean="0">
                <a:solidFill>
                  <a:srgbClr val="CCCCCC"/>
                </a:solidFill>
              </a:rPr>
              <a:t>8 </a:t>
            </a:r>
            <a:r>
              <a:rPr lang="en" sz="1400" b="1" i="0" u="none" strike="noStrike" cap="none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Качване на файлове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ресурси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Валидация при качване на файлове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ресурси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Качване на файлове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Добавете функционалност за добавяне на домашни към платформата.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Всеки курсист трябва да може да добавя домашно към всяка лекция. При добавяне на домашно към лекцията се изтрива предишното домашно/ако има качено/ и остава само новокаченото домашно.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*В списъка с лекции, курсиста вижда името на каченото домашно, ако липсва домашно се вижда текст - “не е добавено домашно” и бутон за добавяне на домашно.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 своя списък домашни, курсиста вижда качените домашни и лекцията, към която принадлежи.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Checklist 1</a:t>
            </a:r>
            <a:endParaRPr i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БД - таблица - lectures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id, name, course_id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БД - таблица - homeworks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lvl="1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Id, filename, user_id, lecture_id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Lecture Model - hasMany homeworks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Homework Model - 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belongsTo user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belongsTo lecture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User model hasMany homeworks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HomeworksController - resource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Checklist 1 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Checklist 2</a:t>
            </a:r>
            <a:endParaRPr i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Homework routes/middleware specific routes/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Lectures index view - link to upload homework - leads to homework create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rabi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Homeworks views folder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Index - list of auth user`s homeworks + edit + delete button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AutoNum type="alphaLcPeriod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Edit 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Checklist 2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{!! Form::open(['route' =&gt; 'add_new_user', </a:t>
            </a: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'files' =&gt; true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]) !!}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	...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{!! Form::close() !!}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r>
              <a:rPr lang="en" sz="1100">
                <a:solidFill>
                  <a:srgbClr val="FF0000"/>
                </a:solidFill>
              </a:rPr>
              <a:t>enctype</a:t>
            </a:r>
            <a:r>
              <a:rPr lang="en" sz="1100">
                <a:solidFill>
                  <a:srgbClr val="0000CD"/>
                </a:solidFill>
              </a:rPr>
              <a:t>="multipart/form-data"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Особености във формата 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{!! Form::</a:t>
            </a:r>
            <a:r>
              <a:rPr lang="en" b="1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('</a:t>
            </a:r>
            <a:r>
              <a:rPr lang="en" b="1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my_photo</a:t>
            </a:r>
            <a:r>
              <a:rPr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array('class'=&gt;'file', 'id'=&gt;'my_photo')) !!}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Поле за качване на файл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Записваме файла на дисковото пространство в следните стъпки: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	$filename = $request-&gt;</a:t>
            </a: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file('my_photo')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en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getClientOriginalName()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file('my_photo') - достъп до файла, качен с формата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getClientOriginalName() - името на качения файл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$request-&gt;</a:t>
            </a: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file('my_photo')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en" b="1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move('temp'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$filename);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move('temp'... - записваме файла в указаната директория, ако не съществува, директорията се създава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30300"/>
            <a:ext cx="90903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Записване на файла в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$path = </a:t>
            </a:r>
            <a:r>
              <a:rPr lang="en" b="1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public_path()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.'//temp/'.$filename;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//пълния път до файла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//в базата данни записваме само </a:t>
            </a:r>
            <a:r>
              <a:rPr lang="en" b="1">
                <a:solidFill>
                  <a:srgbClr val="269276"/>
                </a:solidFill>
                <a:latin typeface="Calibri"/>
                <a:ea typeface="Calibri"/>
                <a:cs typeface="Calibri"/>
                <a:sym typeface="Calibri"/>
              </a:rPr>
              <a:t>$filename</a:t>
            </a:r>
            <a:endParaRPr b="1">
              <a:solidFill>
                <a:srgbClr val="26927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6927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Не забравяйте да добавите в съответния модел, разрешение за записване на името на файла в базата данни</a:t>
            </a:r>
            <a:endParaRPr u="sng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protected $fillable = ['bio', 'photo_path', 'user_id'];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0" y="30300"/>
            <a:ext cx="90903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Записване на файла в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метода за записване/промяна на данни в съответния контролер, добавяме ред за запис на името на качения файл, /взимаме го от оригиналното име или генерираме свое име/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$user_profile = Profile::create([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	</a:t>
            </a: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'photo_path'	=&gt; $filename,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	'bio'       	=&gt;  $request['bio'],            	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	'user_id'   	=&gt;  $user-&gt;id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	]);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0" y="30300"/>
            <a:ext cx="90903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Записване на файла в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Изчистваме директорията, предназначена за качване на файл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Не забравяйте да поставите в началото - </a:t>
            </a:r>
            <a:r>
              <a:rPr lang="en" sz="1300">
                <a:solidFill>
                  <a:srgbClr val="9900FF"/>
                </a:solidFill>
              </a:rPr>
              <a:t>use File</a:t>
            </a:r>
            <a:r>
              <a:rPr lang="en" sz="1300">
                <a:solidFill>
                  <a:schemeClr val="dk1"/>
                </a:solidFill>
              </a:rPr>
              <a:t>;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File::</a:t>
            </a:r>
            <a:r>
              <a:rPr lang="en" b="1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cleanDirectory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('temp\\');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0" y="30300"/>
            <a:ext cx="9072600" cy="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Изтриване на файл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43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E91E63"/>
                </a:solidFill>
              </a:rPr>
              <a:t>//информация за новия файл, постъпваща със заявката</a:t>
            </a:r>
            <a:endParaRPr sz="1400" b="1">
              <a:solidFill>
                <a:srgbClr val="E91E63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$file = $request-&gt;file('images');</a:t>
            </a: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 	$filename = $file-&gt;getClientOriginalName();</a:t>
            </a: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 	$file-&gt;move(public_path().'/assets/user_img', $filename);</a:t>
            </a: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E91E63"/>
                </a:solidFill>
              </a:rPr>
              <a:t>//информация за файла, когото новия файл замества и е логично да изтрием</a:t>
            </a:r>
            <a:endParaRPr sz="1400" b="1">
              <a:solidFill>
                <a:srgbClr val="E91E63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E91E63"/>
                </a:solidFill>
              </a:rPr>
              <a:t>//тази информация, също може да постъпва със заявката</a:t>
            </a:r>
            <a:endParaRPr sz="1400" b="1">
              <a:solidFill>
                <a:srgbClr val="E91E63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 	</a:t>
            </a:r>
            <a:endParaRPr sz="1400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$file_to_delete = public_path().'/files_folder_name/'.$filename;</a:t>
            </a: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   	File::delete($file_to_delete);</a:t>
            </a:r>
            <a:endParaRPr sz="140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Други функции на File - vendor/league/flysystem/src/File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0" y="30300"/>
            <a:ext cx="9072600" cy="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Изтриване на файл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Достъп до файлове, качени с приложението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/>
              <a:t>//в profiles е записано името на файла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/>
              <a:t>//генерираме пълния път до снимката във вюто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/>
              <a:t>&lt;img src="{{asset('temp')}}/{{ $user_profile-&gt;photo_path }}" alt="{{ $user_profile-&gt;photo_path }}"&gt;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Отпечатване на снимка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Валидация при качване на файлове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public function rules()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		return [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 			'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my_photo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'=&gt;'required|</a:t>
            </a:r>
            <a:r>
              <a:rPr lang="en" b="1">
                <a:solidFill>
                  <a:srgbClr val="9933FF"/>
                </a:solidFill>
                <a:latin typeface="Calibri"/>
                <a:ea typeface="Calibri"/>
                <a:cs typeface="Calibri"/>
                <a:sym typeface="Calibri"/>
              </a:rPr>
              <a:t>mimes:jpg,png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		];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0" y="30300"/>
            <a:ext cx="90279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Валидация при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public function messages()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		return [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  			'my_photo.required' =&gt; 'Изберете файл!',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  			'</a:t>
            </a:r>
            <a:r>
              <a:rPr lang="en" b="1">
                <a:solidFill>
                  <a:srgbClr val="9933FF"/>
                </a:solidFill>
                <a:latin typeface="Calibri"/>
                <a:ea typeface="Calibri"/>
                <a:cs typeface="Calibri"/>
                <a:sym typeface="Calibri"/>
              </a:rPr>
              <a:t>my_photo.mimes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  =&gt; 'Изберете файл jpg или png!',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	];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0" y="30300"/>
            <a:ext cx="90279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Валидация при ...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Презентация на цял екран (16:9)</PresentationFormat>
  <Paragraphs>119</Paragraphs>
  <Slides>18</Slides>
  <Notes>18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18</vt:i4>
      </vt:variant>
    </vt:vector>
  </HeadingPairs>
  <TitlesOfParts>
    <vt:vector size="22" baseType="lpstr">
      <vt:lpstr>Arial</vt:lpstr>
      <vt:lpstr>Syncopate</vt:lpstr>
      <vt:lpstr>Calibri</vt:lpstr>
      <vt:lpstr>simple-light-2</vt:lpstr>
      <vt:lpstr>web разработка</vt:lpstr>
      <vt:lpstr>Презентация на PowerPoint</vt:lpstr>
      <vt:lpstr>Качване на файлове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Достъп до файлове, качени с приложението</vt:lpstr>
      <vt:lpstr>Презентация на PowerPoint</vt:lpstr>
      <vt:lpstr>Валидация при качване на файлове 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3</cp:revision>
  <dcterms:modified xsi:type="dcterms:W3CDTF">2019-10-20T17:59:30Z</dcterms:modified>
</cp:coreProperties>
</file>