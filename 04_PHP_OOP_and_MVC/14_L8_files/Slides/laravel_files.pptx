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Syncopate" panose="020B0604020202020204" charset="0"/>
      <p:regular r:id="rId25"/>
      <p:bold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16" d="100"/>
          <a:sy n="116" d="100"/>
        </p:scale>
        <p:origin x="-413" y="5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4706579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653b710fb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g653b710fb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653b710fb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g653b710fb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653b710f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653b710f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5e0fa50a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25e0fa50a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1fc8eb6029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1fc8eb6029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5e0fa50a9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25e0fa50a9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900a47f8b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2" name="Google Shape;122;g2900a47f8b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fc8eb602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g1fc8eb602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900a47f8b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6" name="Google Shape;136;g2900a47f8b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5e0fa50a9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g25e0fa50a9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599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7999" cy="7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7999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4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199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199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599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599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aravel.com/docs/6.x/filesyste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aravel.com/docs/5.5/validation#rule-mimetypes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-24225" y="2850900"/>
            <a:ext cx="9168299" cy="22925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Syncopate"/>
              <a:buNone/>
            </a:pPr>
            <a:r>
              <a:rPr lang="en" sz="2400" b="1" i="0" u="none" strike="noStrike" cap="none">
                <a:solidFill>
                  <a:srgbClr val="8BC34A"/>
                </a:solidFill>
                <a:latin typeface="Syncopate"/>
                <a:ea typeface="Syncopate"/>
                <a:cs typeface="Syncopate"/>
                <a:sym typeface="Syncopate"/>
              </a:rPr>
              <a:t>web разработка</a:t>
            </a:r>
            <a:endParaRPr sz="2400"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000" b="1" dirty="0">
                <a:solidFill>
                  <a:srgbClr val="FFFFFF"/>
                </a:solidFill>
              </a:rPr>
              <a:t>Laravel</a:t>
            </a:r>
            <a:endParaRPr sz="3000" b="1" dirty="0">
              <a:solidFill>
                <a:srgbClr val="FFFFFF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200" b="1">
                <a:solidFill>
                  <a:srgbClr val="FFFFFF"/>
                </a:solidFill>
              </a:rPr>
              <a:t>Работа </a:t>
            </a:r>
            <a:r>
              <a:rPr lang="en" sz="3200" b="1" smtClean="0">
                <a:solidFill>
                  <a:srgbClr val="FFFFFF"/>
                </a:solidFill>
              </a:rPr>
              <a:t>с </a:t>
            </a:r>
            <a:r>
              <a:rPr lang="en" sz="3200" b="1">
                <a:solidFill>
                  <a:srgbClr val="FFFFFF"/>
                </a:solidFill>
              </a:rPr>
              <a:t>файлове</a:t>
            </a:r>
            <a:endParaRPr sz="3200" b="1" dirty="0">
              <a:solidFill>
                <a:srgbClr val="FFFFFF"/>
              </a:solidFill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81362" y="497376"/>
            <a:ext cx="2981277" cy="12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-60750" y="4860300"/>
            <a:ext cx="9265500" cy="2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Font typeface="Arial"/>
              <a:buNone/>
            </a:pP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Милена Томова - НПО ВРАЦА СОФТУЕР ОБЩЕСТВО - КУРС Уеб Разработка- 11.201</a:t>
            </a:r>
            <a:r>
              <a:rPr lang="en" b="1">
                <a:solidFill>
                  <a:srgbClr val="CCCCCC"/>
                </a:solidFill>
              </a:rPr>
              <a:t>6</a:t>
            </a: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 - ВЕРСИЯ </a:t>
            </a:r>
            <a:r>
              <a:rPr lang="en" b="1">
                <a:solidFill>
                  <a:srgbClr val="CCCCCC"/>
                </a:solidFill>
              </a:rPr>
              <a:t>4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Качване на файлове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ресурси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Валидация при качване на файлове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ресурси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4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Съдържание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1E63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311700" y="1767300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Качване на файлове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Добавете функционалност за добавяне на домашни към платформата.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Всеки курсист трябва да може да добавя домашно към всяка лекция. При добавяне на домашно към лекцията се изтрива предишното домашно/ако има качено/ и остава само новокаченото домашно.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*В списъка с лекции, курсиста вижда името на каченото домашно, ако липсва домашно се вижда текст - “не е добавено домашно” и бутон за добавяне на домашно.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В своя списък домашни, курсиста вижда качените домашни и лекцията, към която принадлежи.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B45F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 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Checklist 1</a:t>
            </a:r>
            <a:endParaRPr i="1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БД - таблица - lectures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lphaL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id, name, course_id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БД - таблица - homeworks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828800" lvl="1" indent="-317500" algn="l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lphaL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Id, filename, user_id, lecture_id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Lecture Model - hasMany homeworks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Homework Model - 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8288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lphaL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belongsTo user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8288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lphaL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belongsTo lecture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User model hasMany homeworks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HomeworksController - resource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B45F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1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Checklist 1 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Checklist 2</a:t>
            </a:r>
            <a:endParaRPr i="1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Homework routes/middleware specific routes/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Lectures index view - link to upload homework - leads to homework create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Homeworks views folder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lphaL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Index - list of auth user`s homeworks + edit + delete button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Calibri"/>
              <a:buAutoNum type="alphaLcPeriod"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Edit 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B45F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Checklist 2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{!! Form::open(['route' =&gt; 'add_new_user', </a:t>
            </a:r>
            <a:r>
              <a:rPr lang="en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'files' =&gt; true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]) !!} 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	...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{!! Form::close() !!} 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//</a:t>
            </a:r>
            <a:r>
              <a:rPr lang="en" sz="1100">
                <a:solidFill>
                  <a:srgbClr val="FF0000"/>
                </a:solidFill>
              </a:rPr>
              <a:t>enctype</a:t>
            </a:r>
            <a:r>
              <a:rPr lang="en" sz="1100">
                <a:solidFill>
                  <a:srgbClr val="0000CD"/>
                </a:solidFill>
              </a:rPr>
              <a:t>="multipart/form-data"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Особености във формата 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{!! Form::</a:t>
            </a:r>
            <a:r>
              <a:rPr lang="en" b="1">
                <a:solidFill>
                  <a:srgbClr val="FF00FF"/>
                </a:solidFill>
                <a:latin typeface="Calibri"/>
                <a:ea typeface="Calibri"/>
                <a:cs typeface="Calibri"/>
                <a:sym typeface="Calibri"/>
              </a:rPr>
              <a:t>file</a:t>
            </a:r>
            <a:r>
              <a:rPr lang="en">
                <a:solidFill>
                  <a:srgbClr val="FF00FF"/>
                </a:solidFill>
                <a:latin typeface="Calibri"/>
                <a:ea typeface="Calibri"/>
                <a:cs typeface="Calibri"/>
                <a:sym typeface="Calibri"/>
              </a:rPr>
              <a:t>('</a:t>
            </a:r>
            <a:r>
              <a:rPr lang="en" b="1">
                <a:solidFill>
                  <a:srgbClr val="FF00FF"/>
                </a:solidFill>
                <a:latin typeface="Calibri"/>
                <a:ea typeface="Calibri"/>
                <a:cs typeface="Calibri"/>
                <a:sym typeface="Calibri"/>
              </a:rPr>
              <a:t>my_photo</a:t>
            </a:r>
            <a:r>
              <a:rPr lang="en">
                <a:solidFill>
                  <a:srgbClr val="FF00FF"/>
                </a:solidFill>
                <a:latin typeface="Calibri"/>
                <a:ea typeface="Calibri"/>
                <a:cs typeface="Calibri"/>
                <a:sym typeface="Calibri"/>
              </a:rPr>
              <a:t>'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array('class'=&gt;'file', 'id'=&gt;'my_photo')) !!}     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0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Поле за качване на файл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Записваме файла на дисковото пространство в следните стъпки: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1.	$filename = $request-&gt;</a:t>
            </a:r>
            <a:r>
              <a:rPr lang="en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file('my_photo')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</a:t>
            </a:r>
            <a:r>
              <a:rPr lang="en" b="1">
                <a:solidFill>
                  <a:srgbClr val="9900FF"/>
                </a:solidFill>
                <a:latin typeface="Calibri"/>
                <a:ea typeface="Calibri"/>
                <a:cs typeface="Calibri"/>
                <a:sym typeface="Calibri"/>
              </a:rPr>
              <a:t>getClientOriginalName()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;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file('my_photo') - достъп до файла, качен с формата</a:t>
            </a:r>
            <a:endParaRPr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" b="1">
                <a:solidFill>
                  <a:srgbClr val="9900FF"/>
                </a:solidFill>
                <a:latin typeface="Calibri"/>
                <a:ea typeface="Calibri"/>
                <a:cs typeface="Calibri"/>
                <a:sym typeface="Calibri"/>
              </a:rPr>
              <a:t>getClientOriginalName() - името на качения файл</a:t>
            </a:r>
            <a:endParaRPr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2. $request-&gt;</a:t>
            </a:r>
            <a:r>
              <a:rPr lang="en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file('my_photo')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</a:t>
            </a:r>
            <a:r>
              <a:rPr lang="en" b="1">
                <a:solidFill>
                  <a:srgbClr val="741B47"/>
                </a:solidFill>
                <a:latin typeface="Calibri"/>
                <a:ea typeface="Calibri"/>
                <a:cs typeface="Calibri"/>
                <a:sym typeface="Calibri"/>
              </a:rPr>
              <a:t>move('temp'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$filename);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741B47"/>
                </a:solidFill>
                <a:latin typeface="Calibri"/>
                <a:ea typeface="Calibri"/>
                <a:cs typeface="Calibri"/>
                <a:sym typeface="Calibri"/>
              </a:rPr>
              <a:t>move('temp'... - записваме файла в указаната директория, ако не съществува, директорията се създава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	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1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0" y="30300"/>
            <a:ext cx="9090300" cy="7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Записване на файла в ...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$path = </a:t>
            </a:r>
            <a:r>
              <a:rPr lang="en" b="1">
                <a:solidFill>
                  <a:srgbClr val="9C27B0"/>
                </a:solidFill>
                <a:latin typeface="Calibri"/>
                <a:ea typeface="Calibri"/>
                <a:cs typeface="Calibri"/>
                <a:sym typeface="Calibri"/>
              </a:rPr>
              <a:t>public_path()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.'//temp/'.$filename;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//пълния път до файла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//в базата данни записваме само </a:t>
            </a:r>
            <a:r>
              <a:rPr lang="en" b="1">
                <a:solidFill>
                  <a:srgbClr val="269276"/>
                </a:solidFill>
                <a:latin typeface="Calibri"/>
                <a:ea typeface="Calibri"/>
                <a:cs typeface="Calibri"/>
                <a:sym typeface="Calibri"/>
              </a:rPr>
              <a:t>$filename</a:t>
            </a:r>
            <a:endParaRPr b="1">
              <a:solidFill>
                <a:srgbClr val="26927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rgbClr val="26927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Не забравяйте да добавите в съответния модел, разрешение за записване на името на файла в базата данни</a:t>
            </a:r>
            <a:endParaRPr u="sng"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  <a:latin typeface="Calibri"/>
                <a:ea typeface="Calibri"/>
                <a:cs typeface="Calibri"/>
                <a:sym typeface="Calibri"/>
              </a:rPr>
              <a:t>protected $fillable = ['bio', 'photo_path', 'user_id'];</a:t>
            </a:r>
            <a:endParaRPr>
              <a:solidFill>
                <a:srgbClr val="43434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	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0" y="30300"/>
            <a:ext cx="9090300" cy="7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Записване на файла в ...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В метода за записване/промяна на данни в съответния контролер, добавяме ред за запис на името на качения файл, /взимаме го от оригиналното име или генерираме свое име/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$user_profile = Profile::create([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	</a:t>
            </a:r>
            <a:r>
              <a:rPr lang="en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'photo_path'	=&gt; $filename,</a:t>
            </a:r>
            <a:endParaRPr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	'bio'       	=&gt;  $request['bio'],            	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	'user_id'   	=&gt;  $user-&gt;id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	]);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	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3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3"/>
          <p:cNvSpPr txBox="1"/>
          <p:nvPr/>
        </p:nvSpPr>
        <p:spPr>
          <a:xfrm>
            <a:off x="0" y="30300"/>
            <a:ext cx="9090300" cy="7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Записване на файла в ...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 txBox="1">
            <a:spLocks noGrp="1"/>
          </p:cNvSpPr>
          <p:nvPr>
            <p:ph type="body" idx="1"/>
          </p:nvPr>
        </p:nvSpPr>
        <p:spPr>
          <a:xfrm>
            <a:off x="311700" y="11436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Изчистваме директорията, предназначена за качване на файл</a:t>
            </a:r>
            <a:endParaRPr sz="1300"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Не забравяйте да поставите в началото - </a:t>
            </a:r>
            <a:r>
              <a:rPr lang="en" sz="1300">
                <a:solidFill>
                  <a:srgbClr val="9900FF"/>
                </a:solidFill>
              </a:rPr>
              <a:t>use File</a:t>
            </a:r>
            <a:r>
              <a:rPr lang="en" sz="1300">
                <a:solidFill>
                  <a:schemeClr val="dk1"/>
                </a:solidFill>
              </a:rPr>
              <a:t>;</a:t>
            </a:r>
            <a:endParaRPr sz="1300">
              <a:solidFill>
                <a:schemeClr val="dk1"/>
              </a:solidFill>
            </a:endParaRPr>
          </a:p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chemeClr val="dk1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File::</a:t>
            </a:r>
            <a:r>
              <a:rPr lang="en" b="1">
                <a:solidFill>
                  <a:srgbClr val="E91E63"/>
                </a:solidFill>
                <a:latin typeface="Calibri"/>
                <a:ea typeface="Calibri"/>
                <a:cs typeface="Calibri"/>
                <a:sym typeface="Calibri"/>
              </a:rPr>
              <a:t>cleanDirectory</a:t>
            </a:r>
            <a:r>
              <a:rPr lang="en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('temp\\');  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4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4"/>
          <p:cNvSpPr txBox="1"/>
          <p:nvPr/>
        </p:nvSpPr>
        <p:spPr>
          <a:xfrm>
            <a:off x="0" y="30300"/>
            <a:ext cx="9072600" cy="6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Изтриване на файл ...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>
            <a:spLocks noGrp="1"/>
          </p:cNvSpPr>
          <p:nvPr>
            <p:ph type="body" idx="1"/>
          </p:nvPr>
        </p:nvSpPr>
        <p:spPr>
          <a:xfrm>
            <a:off x="311700" y="11436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E91E63"/>
                </a:solidFill>
              </a:rPr>
              <a:t>//информация за новия файл, постъпваща със заявката</a:t>
            </a:r>
            <a:endParaRPr sz="1400" b="1">
              <a:solidFill>
                <a:srgbClr val="E91E63"/>
              </a:solidFill>
            </a:endParaRPr>
          </a:p>
          <a:p>
            <a:pPr marL="9144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$file = $request-&gt;file('images');</a:t>
            </a:r>
            <a:endParaRPr sz="1400">
              <a:solidFill>
                <a:schemeClr val="dk1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    	$filename = $file-&gt;getClientOriginalName();</a:t>
            </a:r>
            <a:endParaRPr sz="1400">
              <a:solidFill>
                <a:schemeClr val="dk1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    	$file-&gt;move(public_path().'/assets/user_img', $filename);</a:t>
            </a:r>
            <a:endParaRPr sz="1400">
              <a:solidFill>
                <a:schemeClr val="dk1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solidFill>
                <a:schemeClr val="dk1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E91E63"/>
                </a:solidFill>
              </a:rPr>
              <a:t>//информация за файла, когото новия файл замества и е логично да изтрием</a:t>
            </a:r>
            <a:endParaRPr sz="1400" b="1">
              <a:solidFill>
                <a:srgbClr val="E91E63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>
                <a:solidFill>
                  <a:srgbClr val="E91E63"/>
                </a:solidFill>
              </a:rPr>
              <a:t>//тази информация, също може да постъпва със заявката</a:t>
            </a:r>
            <a:endParaRPr sz="1400" b="1">
              <a:solidFill>
                <a:srgbClr val="E91E63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    	</a:t>
            </a:r>
            <a:endParaRPr sz="1400">
              <a:solidFill>
                <a:schemeClr val="dk1"/>
              </a:solidFill>
            </a:endParaRPr>
          </a:p>
          <a:p>
            <a:pPr marL="9144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$file_to_delete = public_path().'/files_folder_name/'.$filename;</a:t>
            </a:r>
            <a:endParaRPr sz="1400">
              <a:solidFill>
                <a:schemeClr val="dk1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</a:rPr>
              <a:t>    	File::delete($file_to_delete);</a:t>
            </a:r>
            <a:endParaRPr sz="1400">
              <a:solidFill>
                <a:schemeClr val="dk1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Други функции на File - vendor/league/flysystem/src/File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5"/>
          <p:cNvSpPr txBox="1"/>
          <p:nvPr/>
        </p:nvSpPr>
        <p:spPr>
          <a:xfrm>
            <a:off x="0" y="30300"/>
            <a:ext cx="9072600" cy="6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Изтриване на файл ...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27B0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6"/>
          <p:cNvSpPr txBox="1">
            <a:spLocks noGrp="1"/>
          </p:cNvSpPr>
          <p:nvPr>
            <p:ph type="title"/>
          </p:nvPr>
        </p:nvSpPr>
        <p:spPr>
          <a:xfrm>
            <a:off x="311700" y="2143067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Достъп до файлове, качени с приложението</a:t>
            </a:r>
            <a:endParaRPr sz="3000" b="1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/>
              <a:t>//в profiles е записано името на файла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/>
              <a:t>//генерираме пълния път до снимката във вюто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/>
              <a:t>&lt;img src="{{asset('temp')}}/{{ $user_profile-&gt;photo_path }}" alt="{{ $user_profile-&gt;photo_path }}"&gt;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/>
          </a:p>
        </p:txBody>
      </p:sp>
      <p:sp>
        <p:nvSpPr>
          <p:cNvPr id="151" name="Google Shape;151;p27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27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Отпечатване на снимка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73AB7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8"/>
          <p:cNvSpPr txBox="1">
            <a:spLocks noGrp="1"/>
          </p:cNvSpPr>
          <p:nvPr>
            <p:ph type="title"/>
          </p:nvPr>
        </p:nvSpPr>
        <p:spPr>
          <a:xfrm>
            <a:off x="311700" y="2143067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Валидация при качване на файлове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>
            <a:spLocks noGrp="1"/>
          </p:cNvSpPr>
          <p:nvPr>
            <p:ph type="body" idx="1"/>
          </p:nvPr>
        </p:nvSpPr>
        <p:spPr>
          <a:xfrm>
            <a:off x="311700" y="913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7160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public function rules()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	{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   		return [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      			'</a:t>
            </a:r>
            <a:r>
              <a:rPr lang="en">
                <a:latin typeface="Calibri"/>
                <a:ea typeface="Calibri"/>
                <a:cs typeface="Calibri"/>
                <a:sym typeface="Calibri"/>
              </a:rPr>
              <a:t>my_photo</a:t>
            </a: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'=&gt;'required|</a:t>
            </a:r>
            <a:r>
              <a:rPr lang="en" b="1">
                <a:solidFill>
                  <a:srgbClr val="9933FF"/>
                </a:solidFill>
                <a:latin typeface="Calibri"/>
                <a:ea typeface="Calibri"/>
                <a:cs typeface="Calibri"/>
                <a:sym typeface="Calibri"/>
              </a:rPr>
              <a:t>mimes:jpg,png</a:t>
            </a: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'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   		];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	}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9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9"/>
          <p:cNvSpPr txBox="1"/>
          <p:nvPr/>
        </p:nvSpPr>
        <p:spPr>
          <a:xfrm>
            <a:off x="0" y="30300"/>
            <a:ext cx="9027900" cy="76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Валидация при ...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0"/>
          <p:cNvSpPr txBox="1">
            <a:spLocks noGrp="1"/>
          </p:cNvSpPr>
          <p:nvPr>
            <p:ph type="body" idx="1"/>
          </p:nvPr>
        </p:nvSpPr>
        <p:spPr>
          <a:xfrm>
            <a:off x="311700" y="913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public function messages()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	{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   		return [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       			'my_photo.required' =&gt; 'Изберете файл!',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       			'</a:t>
            </a:r>
            <a:r>
              <a:rPr lang="en" b="1">
                <a:solidFill>
                  <a:srgbClr val="9933FF"/>
                </a:solidFill>
                <a:latin typeface="Calibri"/>
                <a:ea typeface="Calibri"/>
                <a:cs typeface="Calibri"/>
                <a:sym typeface="Calibri"/>
              </a:rPr>
              <a:t>my_photo.mimes</a:t>
            </a: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'  =&gt; 'Изберете файл jpg или png!',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   	];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	}</a:t>
            </a:r>
            <a:endParaRPr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30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30"/>
          <p:cNvSpPr txBox="1"/>
          <p:nvPr/>
        </p:nvSpPr>
        <p:spPr>
          <a:xfrm>
            <a:off x="0" y="30300"/>
            <a:ext cx="9027900" cy="76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Валидация при ...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</p:sld>
</file>

<file path=ppt/theme/theme1.xml><?xml version="1.0" encoding="utf-8"?>
<a:theme xmlns:a="http://schemas.openxmlformats.org/drawingml/2006/main" name="simple-light-2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448</Words>
  <Application>Microsoft Office PowerPoint</Application>
  <PresentationFormat>Презентация на цял екран (16:9)</PresentationFormat>
  <Paragraphs>119</Paragraphs>
  <Slides>18</Slides>
  <Notes>18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18</vt:i4>
      </vt:variant>
    </vt:vector>
  </HeadingPairs>
  <TitlesOfParts>
    <vt:vector size="22" baseType="lpstr">
      <vt:lpstr>Arial</vt:lpstr>
      <vt:lpstr>Calibri</vt:lpstr>
      <vt:lpstr>Syncopate</vt:lpstr>
      <vt:lpstr>simple-light-2</vt:lpstr>
      <vt:lpstr>web разработка</vt:lpstr>
      <vt:lpstr>Презентация на PowerPoint</vt:lpstr>
      <vt:lpstr>Качване на файлове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Достъп до файлове, качени с приложението</vt:lpstr>
      <vt:lpstr>Презентация на PowerPoint</vt:lpstr>
      <vt:lpstr>Валидация при качване на файлове </vt:lpstr>
      <vt:lpstr>Презентация на PowerPoint</vt:lpstr>
      <vt:lpstr>Презентация на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разработка</dc:title>
  <dc:creator>Milena</dc:creator>
  <cp:lastModifiedBy>Ariel</cp:lastModifiedBy>
  <cp:revision>2</cp:revision>
  <dcterms:modified xsi:type="dcterms:W3CDTF">2019-10-20T17:21:46Z</dcterms:modified>
</cp:coreProperties>
</file>